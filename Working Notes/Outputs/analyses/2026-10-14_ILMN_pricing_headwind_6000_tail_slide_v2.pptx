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4"/>
  </p:sldMasterIdLst>
  <p:notesMasterIdLst>
    <p:notesMasterId r:id="rId16"/>
  </p:notesMasterIdLst>
  <p:sldIdLst>
    <p:sldId id="3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DEA3EA7-9A52-2D24-9141-8138F060C411}" name="White, Jackson H" initials="WJ" userId="S::jhw2723@eid.utexas.edu::e0c2e49a-3a56-4278-b571-ec246a45af98" providerId="AD"/>
  <p188:author id="{221492CA-A8F5-2448-63EF-C4B22FFB3958}" name="Ilyas, Maimuna" initials="IM" userId="S::mi6364@eid.utexas.edu::e010f011-f0d8-4cb1-93ce-2d425a4087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962E"/>
    <a:srgbClr val="F3C64B"/>
    <a:srgbClr val="666666"/>
    <a:srgbClr val="FFFFFF"/>
    <a:srgbClr val="006554"/>
    <a:srgbClr val="94C9BE"/>
    <a:srgbClr val="007E63"/>
    <a:srgbClr val="3F4971"/>
    <a:srgbClr val="E2E4EE"/>
    <a:srgbClr val="006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9990E-F84B-48E1-969B-E04B77989FF3}" v="123" dt="2026-10-15T02:15:12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zzolo, Justin J" userId="0857b357-fe53-4be7-beaf-e3dc29eff233" providerId="ADAL" clId="{2AA4013B-C086-4E30-A31A-0529C3D46234}"/>
    <pc:docChg chg="undo custSel addSld delSld modSld sldOrd addMainMaster delMainMaster">
      <pc:chgData name="Palazzolo, Justin J" userId="0857b357-fe53-4be7-beaf-e3dc29eff233" providerId="ADAL" clId="{2AA4013B-C086-4E30-A31A-0529C3D46234}" dt="2026-10-15T02:36:42.799" v="5324" actId="20577"/>
      <pc:docMkLst>
        <pc:docMk/>
      </pc:docMkLst>
      <pc:sldChg chg="modSp mod modClrScheme chgLayout">
        <pc:chgData name="Palazzolo, Justin J" userId="0857b357-fe53-4be7-beaf-e3dc29eff233" providerId="ADAL" clId="{2AA4013B-C086-4E30-A31A-0529C3D46234}" dt="2026-10-12T23:51:53.964" v="12"/>
        <pc:sldMkLst>
          <pc:docMk/>
          <pc:sldMk cId="2076826767" sldId="347"/>
        </pc:sldMkLst>
        <pc:spChg chg="mod ord">
          <ac:chgData name="Palazzolo, Justin J" userId="0857b357-fe53-4be7-beaf-e3dc29eff233" providerId="ADAL" clId="{2AA4013B-C086-4E30-A31A-0529C3D46234}" dt="2026-10-12T23:51:53.964" v="12"/>
          <ac:spMkLst>
            <pc:docMk/>
            <pc:sldMk cId="2076826767" sldId="347"/>
            <ac:spMk id="6" creationId="{93EE1692-B08D-37B2-78E2-BAD4348F67F4}"/>
          </ac:spMkLst>
        </pc:spChg>
        <pc:spChg chg="mod ord">
          <ac:chgData name="Palazzolo, Justin J" userId="0857b357-fe53-4be7-beaf-e3dc29eff233" providerId="ADAL" clId="{2AA4013B-C086-4E30-A31A-0529C3D46234}" dt="2026-10-12T23:51:53.964" v="12"/>
          <ac:spMkLst>
            <pc:docMk/>
            <pc:sldMk cId="2076826767" sldId="347"/>
            <ac:spMk id="9" creationId="{1EDCDDDE-CB40-5107-ED30-A4A5856658A5}"/>
          </ac:spMkLst>
        </pc:spChg>
        <pc:spChg chg="mod ord">
          <ac:chgData name="Palazzolo, Justin J" userId="0857b357-fe53-4be7-beaf-e3dc29eff233" providerId="ADAL" clId="{2AA4013B-C086-4E30-A31A-0529C3D46234}" dt="2026-10-12T23:51:53.964" v="12"/>
          <ac:spMkLst>
            <pc:docMk/>
            <pc:sldMk cId="2076826767" sldId="347"/>
            <ac:spMk id="23" creationId="{FB6E5C7A-F328-B1B1-C1BB-57322701E3EF}"/>
          </ac:spMkLst>
        </pc:spChg>
      </pc:sldChg>
      <pc:sldChg chg="modSp mod modClrScheme chgLayout">
        <pc:chgData name="Palazzolo, Justin J" userId="0857b357-fe53-4be7-beaf-e3dc29eff233" providerId="ADAL" clId="{2AA4013B-C086-4E30-A31A-0529C3D46234}" dt="2026-10-12T23:51:53.958" v="6"/>
        <pc:sldMkLst>
          <pc:docMk/>
          <pc:sldMk cId="3029217814" sldId="363"/>
        </pc:sldMkLst>
        <pc:spChg chg="mod ord">
          <ac:chgData name="Palazzolo, Justin J" userId="0857b357-fe53-4be7-beaf-e3dc29eff233" providerId="ADAL" clId="{2AA4013B-C086-4E30-A31A-0529C3D46234}" dt="2026-10-12T23:51:53.958" v="6"/>
          <ac:spMkLst>
            <pc:docMk/>
            <pc:sldMk cId="3029217814" sldId="363"/>
            <ac:spMk id="9" creationId="{7026BDE4-576A-2D6D-1A68-5D98735E3EA1}"/>
          </ac:spMkLst>
        </pc:spChg>
        <pc:spChg chg="mod ord">
          <ac:chgData name="Palazzolo, Justin J" userId="0857b357-fe53-4be7-beaf-e3dc29eff233" providerId="ADAL" clId="{2AA4013B-C086-4E30-A31A-0529C3D46234}" dt="2026-10-12T23:51:53.958" v="6"/>
          <ac:spMkLst>
            <pc:docMk/>
            <pc:sldMk cId="3029217814" sldId="363"/>
            <ac:spMk id="15" creationId="{A23DE17C-E433-1F5D-6CAA-F6E28E1FD2A9}"/>
          </ac:spMkLst>
        </pc:spChg>
        <pc:spChg chg="mod ord">
          <ac:chgData name="Palazzolo, Justin J" userId="0857b357-fe53-4be7-beaf-e3dc29eff233" providerId="ADAL" clId="{2AA4013B-C086-4E30-A31A-0529C3D46234}" dt="2026-10-12T23:51:53.958" v="6"/>
          <ac:spMkLst>
            <pc:docMk/>
            <pc:sldMk cId="3029217814" sldId="363"/>
            <ac:spMk id="17" creationId="{4297A0A2-542C-A6E6-A583-B560488D05D8}"/>
          </ac:spMkLst>
        </pc:spChg>
      </pc:sldChg>
      <pc:sldChg chg="addSp modSp mod ord modClrScheme chgLayout">
        <pc:chgData name="Palazzolo, Justin J" userId="0857b357-fe53-4be7-beaf-e3dc29eff233" providerId="ADAL" clId="{2AA4013B-C086-4E30-A31A-0529C3D46234}" dt="2026-10-15T02:36:42.799" v="5324" actId="20577"/>
        <pc:sldMkLst>
          <pc:docMk/>
          <pc:sldMk cId="2206210946" sldId="371"/>
        </pc:sldMkLst>
        <pc:spChg chg="add mod">
          <ac:chgData name="Palazzolo, Justin J" userId="0857b357-fe53-4be7-beaf-e3dc29eff233" providerId="ADAL" clId="{2AA4013B-C086-4E30-A31A-0529C3D46234}" dt="2026-10-15T02:24:11.604" v="4833" actId="20577"/>
          <ac:spMkLst>
            <pc:docMk/>
            <pc:sldMk cId="2206210946" sldId="371"/>
            <ac:spMk id="3" creationId="{554BBF11-82A6-678E-594A-7726A91F6CDC}"/>
          </ac:spMkLst>
        </pc:spChg>
        <pc:spChg chg="add mod">
          <ac:chgData name="Palazzolo, Justin J" userId="0857b357-fe53-4be7-beaf-e3dc29eff233" providerId="ADAL" clId="{2AA4013B-C086-4E30-A31A-0529C3D46234}" dt="2026-10-15T02:36:42.799" v="5324" actId="20577"/>
          <ac:spMkLst>
            <pc:docMk/>
            <pc:sldMk cId="2206210946" sldId="371"/>
            <ac:spMk id="5" creationId="{75F79090-A0E4-3E9F-90EF-7B7D5C20A183}"/>
          </ac:spMkLst>
        </pc:spChg>
        <pc:spChg chg="mod ord">
          <ac:chgData name="Palazzolo, Justin J" userId="0857b357-fe53-4be7-beaf-e3dc29eff233" providerId="ADAL" clId="{2AA4013B-C086-4E30-A31A-0529C3D46234}" dt="2026-10-12T23:51:53.961" v="7"/>
          <ac:spMkLst>
            <pc:docMk/>
            <pc:sldMk cId="2206210946" sldId="371"/>
            <ac:spMk id="17" creationId="{A829F7F2-5B2D-1E45-ABBA-E5BA661C9F3B}"/>
          </ac:spMkLst>
        </pc:spChg>
        <pc:spChg chg="mod ord">
          <ac:chgData name="Palazzolo, Justin J" userId="0857b357-fe53-4be7-beaf-e3dc29eff233" providerId="ADAL" clId="{2AA4013B-C086-4E30-A31A-0529C3D46234}" dt="2026-10-12T23:51:53.961" v="7"/>
          <ac:spMkLst>
            <pc:docMk/>
            <pc:sldMk cId="2206210946" sldId="371"/>
            <ac:spMk id="22" creationId="{DFE3F992-679D-D489-CDF4-78F7B25B7F7F}"/>
          </ac:spMkLst>
        </pc:spChg>
        <pc:spChg chg="mod ord">
          <ac:chgData name="Palazzolo, Justin J" userId="0857b357-fe53-4be7-beaf-e3dc29eff233" providerId="ADAL" clId="{2AA4013B-C086-4E30-A31A-0529C3D46234}" dt="2026-10-12T23:51:53.961" v="7"/>
          <ac:spMkLst>
            <pc:docMk/>
            <pc:sldMk cId="2206210946" sldId="371"/>
            <ac:spMk id="24" creationId="{97E9CA23-E348-7020-2A5D-333F6D459F9F}"/>
          </ac:spMkLst>
        </pc:spChg>
        <pc:picChg chg="add">
          <ac:chgData name="Palazzolo, Justin J" userId="0857b357-fe53-4be7-beaf-e3dc29eff233" providerId="ADAL" clId="{2AA4013B-C086-4E30-A31A-0529C3D46234}" dt="2026-10-15T02:20:15.621" v="4694" actId="22"/>
          <ac:picMkLst>
            <pc:docMk/>
            <pc:sldMk cId="2206210946" sldId="371"/>
            <ac:picMk id="7" creationId="{F5AA053F-9C72-2CDC-DD9A-C18390AD6AE3}"/>
          </ac:picMkLst>
        </pc:picChg>
      </pc:sldChg>
      <pc:sldChg chg="addSp modSp mod ord modClrScheme chgLayout">
        <pc:chgData name="Palazzolo, Justin J" userId="0857b357-fe53-4be7-beaf-e3dc29eff233" providerId="ADAL" clId="{2AA4013B-C086-4E30-A31A-0529C3D46234}" dt="2026-10-15T01:42:20.614" v="3790" actId="20577"/>
        <pc:sldMkLst>
          <pc:docMk/>
          <pc:sldMk cId="1750573177" sldId="377"/>
        </pc:sldMkLst>
        <pc:spChg chg="add mod">
          <ac:chgData name="Palazzolo, Justin J" userId="0857b357-fe53-4be7-beaf-e3dc29eff233" providerId="ADAL" clId="{2AA4013B-C086-4E30-A31A-0529C3D46234}" dt="2026-10-15T01:42:20.614" v="3790" actId="20577"/>
          <ac:spMkLst>
            <pc:docMk/>
            <pc:sldMk cId="1750573177" sldId="377"/>
            <ac:spMk id="2" creationId="{E55A7DB4-F4A3-737F-B4E3-9BB199F80BDA}"/>
          </ac:spMkLst>
        </pc:spChg>
        <pc:spChg chg="mod ord">
          <ac:chgData name="Palazzolo, Justin J" userId="0857b357-fe53-4be7-beaf-e3dc29eff233" providerId="ADAL" clId="{2AA4013B-C086-4E30-A31A-0529C3D46234}" dt="2026-10-12T23:51:53.962" v="8"/>
          <ac:spMkLst>
            <pc:docMk/>
            <pc:sldMk cId="1750573177" sldId="377"/>
            <ac:spMk id="9" creationId="{2A214441-D3C7-6473-632C-48B2E201930A}"/>
          </ac:spMkLst>
        </pc:spChg>
        <pc:spChg chg="mod ord">
          <ac:chgData name="Palazzolo, Justin J" userId="0857b357-fe53-4be7-beaf-e3dc29eff233" providerId="ADAL" clId="{2AA4013B-C086-4E30-A31A-0529C3D46234}" dt="2026-10-12T23:51:53.962" v="8"/>
          <ac:spMkLst>
            <pc:docMk/>
            <pc:sldMk cId="1750573177" sldId="377"/>
            <ac:spMk id="12" creationId="{6362969A-59FB-4B3E-495F-D5DD0AD90FE3}"/>
          </ac:spMkLst>
        </pc:spChg>
        <pc:spChg chg="mod ord">
          <ac:chgData name="Palazzolo, Justin J" userId="0857b357-fe53-4be7-beaf-e3dc29eff233" providerId="ADAL" clId="{2AA4013B-C086-4E30-A31A-0529C3D46234}" dt="2026-10-12T23:51:53.962" v="8"/>
          <ac:spMkLst>
            <pc:docMk/>
            <pc:sldMk cId="1750573177" sldId="377"/>
            <ac:spMk id="15" creationId="{282AC6D2-1A84-36A0-B727-C13E980F3CEE}"/>
          </ac:spMkLst>
        </pc:spChg>
      </pc:sldChg>
      <pc:sldChg chg="modSp mod modClrScheme chgLayout">
        <pc:chgData name="Palazzolo, Justin J" userId="0857b357-fe53-4be7-beaf-e3dc29eff233" providerId="ADAL" clId="{2AA4013B-C086-4E30-A31A-0529C3D46234}" dt="2026-10-12T23:51:53.963" v="10"/>
        <pc:sldMkLst>
          <pc:docMk/>
          <pc:sldMk cId="3186333998" sldId="379"/>
        </pc:sldMkLst>
        <pc:spChg chg="mod ord">
          <ac:chgData name="Palazzolo, Justin J" userId="0857b357-fe53-4be7-beaf-e3dc29eff233" providerId="ADAL" clId="{2AA4013B-C086-4E30-A31A-0529C3D46234}" dt="2026-10-12T23:51:53.963" v="10"/>
          <ac:spMkLst>
            <pc:docMk/>
            <pc:sldMk cId="3186333998" sldId="379"/>
            <ac:spMk id="2" creationId="{82F7D25E-025D-FBEC-2D84-6AB60B1B82E0}"/>
          </ac:spMkLst>
        </pc:spChg>
        <pc:spChg chg="mod ord">
          <ac:chgData name="Palazzolo, Justin J" userId="0857b357-fe53-4be7-beaf-e3dc29eff233" providerId="ADAL" clId="{2AA4013B-C086-4E30-A31A-0529C3D46234}" dt="2026-10-12T23:51:53.963" v="10"/>
          <ac:spMkLst>
            <pc:docMk/>
            <pc:sldMk cId="3186333998" sldId="379"/>
            <ac:spMk id="3" creationId="{66A4C83F-F9E2-A8A4-E8F2-34F7C47C858D}"/>
          </ac:spMkLst>
        </pc:spChg>
        <pc:spChg chg="mod ord">
          <ac:chgData name="Palazzolo, Justin J" userId="0857b357-fe53-4be7-beaf-e3dc29eff233" providerId="ADAL" clId="{2AA4013B-C086-4E30-A31A-0529C3D46234}" dt="2026-10-12T23:51:53.963" v="10"/>
          <ac:spMkLst>
            <pc:docMk/>
            <pc:sldMk cId="3186333998" sldId="379"/>
            <ac:spMk id="4" creationId="{6F1D25CA-877D-5746-2CAD-FBFE857F1751}"/>
          </ac:spMkLst>
        </pc:spChg>
      </pc:sldChg>
      <pc:sldChg chg="modSp mod modClrScheme chgLayout">
        <pc:chgData name="Palazzolo, Justin J" userId="0857b357-fe53-4be7-beaf-e3dc29eff233" providerId="ADAL" clId="{2AA4013B-C086-4E30-A31A-0529C3D46234}" dt="2026-10-12T23:51:53.964" v="11"/>
        <pc:sldMkLst>
          <pc:docMk/>
          <pc:sldMk cId="1228680447" sldId="380"/>
        </pc:sldMkLst>
        <pc:spChg chg="mod ord">
          <ac:chgData name="Palazzolo, Justin J" userId="0857b357-fe53-4be7-beaf-e3dc29eff233" providerId="ADAL" clId="{2AA4013B-C086-4E30-A31A-0529C3D46234}" dt="2026-10-12T23:51:53.964" v="11"/>
          <ac:spMkLst>
            <pc:docMk/>
            <pc:sldMk cId="1228680447" sldId="380"/>
            <ac:spMk id="16" creationId="{5466045F-7112-59BE-70ED-DECA19F1ACF4}"/>
          </ac:spMkLst>
        </pc:spChg>
        <pc:spChg chg="mod ord">
          <ac:chgData name="Palazzolo, Justin J" userId="0857b357-fe53-4be7-beaf-e3dc29eff233" providerId="ADAL" clId="{2AA4013B-C086-4E30-A31A-0529C3D46234}" dt="2026-10-12T23:51:53.964" v="11"/>
          <ac:spMkLst>
            <pc:docMk/>
            <pc:sldMk cId="1228680447" sldId="380"/>
            <ac:spMk id="18" creationId="{838D7562-8F83-6AE1-66BA-D59E6772DD60}"/>
          </ac:spMkLst>
        </pc:spChg>
        <pc:spChg chg="mod ord">
          <ac:chgData name="Palazzolo, Justin J" userId="0857b357-fe53-4be7-beaf-e3dc29eff233" providerId="ADAL" clId="{2AA4013B-C086-4E30-A31A-0529C3D46234}" dt="2026-10-12T23:51:53.964" v="11"/>
          <ac:spMkLst>
            <pc:docMk/>
            <pc:sldMk cId="1228680447" sldId="380"/>
            <ac:spMk id="19" creationId="{33AF1748-5DCE-CE7F-E626-442654857602}"/>
          </ac:spMkLst>
        </pc:spChg>
      </pc:sldChg>
      <pc:sldChg chg="modSp mod modClrScheme chgLayout">
        <pc:chgData name="Palazzolo, Justin J" userId="0857b357-fe53-4be7-beaf-e3dc29eff233" providerId="ADAL" clId="{2AA4013B-C086-4E30-A31A-0529C3D46234}" dt="2026-10-12T23:51:53.958" v="5"/>
        <pc:sldMkLst>
          <pc:docMk/>
          <pc:sldMk cId="1581912950" sldId="400"/>
        </pc:sldMkLst>
        <pc:spChg chg="mod ord">
          <ac:chgData name="Palazzolo, Justin J" userId="0857b357-fe53-4be7-beaf-e3dc29eff233" providerId="ADAL" clId="{2AA4013B-C086-4E30-A31A-0529C3D46234}" dt="2026-10-12T23:51:53.958" v="5"/>
          <ac:spMkLst>
            <pc:docMk/>
            <pc:sldMk cId="1581912950" sldId="400"/>
            <ac:spMk id="11" creationId="{6D291F02-AFDB-06F4-C07A-CB31431B42E0}"/>
          </ac:spMkLst>
        </pc:spChg>
        <pc:spChg chg="mod ord">
          <ac:chgData name="Palazzolo, Justin J" userId="0857b357-fe53-4be7-beaf-e3dc29eff233" providerId="ADAL" clId="{2AA4013B-C086-4E30-A31A-0529C3D46234}" dt="2026-10-12T23:51:53.958" v="5"/>
          <ac:spMkLst>
            <pc:docMk/>
            <pc:sldMk cId="1581912950" sldId="400"/>
            <ac:spMk id="14" creationId="{E6440750-46B9-7775-54D2-DD72BBA9A334}"/>
          </ac:spMkLst>
        </pc:spChg>
        <pc:spChg chg="mod ord">
          <ac:chgData name="Palazzolo, Justin J" userId="0857b357-fe53-4be7-beaf-e3dc29eff233" providerId="ADAL" clId="{2AA4013B-C086-4E30-A31A-0529C3D46234}" dt="2026-10-12T23:51:53.958" v="5"/>
          <ac:spMkLst>
            <pc:docMk/>
            <pc:sldMk cId="1581912950" sldId="400"/>
            <ac:spMk id="15" creationId="{B999964D-00B1-8962-AF2D-B7D744783B7D}"/>
          </ac:spMkLst>
        </pc:spChg>
      </pc:sldChg>
      <pc:sldChg chg="addSp delSp modSp mod modClrScheme chgLayout">
        <pc:chgData name="Palazzolo, Justin J" userId="0857b357-fe53-4be7-beaf-e3dc29eff233" providerId="ADAL" clId="{2AA4013B-C086-4E30-A31A-0529C3D46234}" dt="2026-10-13T20:55:33.674" v="3648" actId="27918"/>
        <pc:sldMkLst>
          <pc:docMk/>
          <pc:sldMk cId="3494540859" sldId="402"/>
        </pc:sldMkLst>
        <pc:spChg chg="mod ord">
          <ac:chgData name="Palazzolo, Justin J" userId="0857b357-fe53-4be7-beaf-e3dc29eff233" providerId="ADAL" clId="{2AA4013B-C086-4E30-A31A-0529C3D46234}" dt="2026-10-13T01:54:28.983" v="1900" actId="20577"/>
          <ac:spMkLst>
            <pc:docMk/>
            <pc:sldMk cId="3494540859" sldId="402"/>
            <ac:spMk id="34" creationId="{0C57E0C2-AFA7-9494-705B-5709E79E4F24}"/>
          </ac:spMkLst>
        </pc:spChg>
        <pc:spChg chg="mod ord">
          <ac:chgData name="Palazzolo, Justin J" userId="0857b357-fe53-4be7-beaf-e3dc29eff233" providerId="ADAL" clId="{2AA4013B-C086-4E30-A31A-0529C3D46234}" dt="2026-10-13T01:57:36.269" v="2185" actId="20577"/>
          <ac:spMkLst>
            <pc:docMk/>
            <pc:sldMk cId="3494540859" sldId="402"/>
            <ac:spMk id="41" creationId="{DC148F60-E753-4783-C47E-52BA93CE6F7C}"/>
          </ac:spMkLst>
        </pc:spChg>
        <pc:spChg chg="mod ord">
          <ac:chgData name="Palazzolo, Justin J" userId="0857b357-fe53-4be7-beaf-e3dc29eff233" providerId="ADAL" clId="{2AA4013B-C086-4E30-A31A-0529C3D46234}" dt="2026-10-12T23:51:53.958" v="4"/>
          <ac:spMkLst>
            <pc:docMk/>
            <pc:sldMk cId="3494540859" sldId="402"/>
            <ac:spMk id="43" creationId="{2AF0C987-695F-FAE1-CB71-27438D2344C6}"/>
          </ac:spMkLst>
        </pc:spChg>
        <pc:spChg chg="add mod">
          <ac:chgData name="Palazzolo, Justin J" userId="0857b357-fe53-4be7-beaf-e3dc29eff233" providerId="ADAL" clId="{2AA4013B-C086-4E30-A31A-0529C3D46234}" dt="2026-10-13T01:59:24.937" v="2213" actId="1036"/>
          <ac:spMkLst>
            <pc:docMk/>
            <pc:sldMk cId="3494540859" sldId="402"/>
            <ac:spMk id="59" creationId="{B555F694-60F2-A37B-65D6-E963C12218CB}"/>
          </ac:spMkLst>
        </pc:spChg>
        <pc:spChg chg="add mod">
          <ac:chgData name="Palazzolo, Justin J" userId="0857b357-fe53-4be7-beaf-e3dc29eff233" providerId="ADAL" clId="{2AA4013B-C086-4E30-A31A-0529C3D46234}" dt="2026-10-13T01:59:24.937" v="2213" actId="1036"/>
          <ac:spMkLst>
            <pc:docMk/>
            <pc:sldMk cId="3494540859" sldId="402"/>
            <ac:spMk id="63" creationId="{CFF438FD-86D6-F912-483A-0D924603D1C3}"/>
          </ac:spMkLst>
        </pc:spChg>
        <pc:spChg chg="add mod">
          <ac:chgData name="Palazzolo, Justin J" userId="0857b357-fe53-4be7-beaf-e3dc29eff233" providerId="ADAL" clId="{2AA4013B-C086-4E30-A31A-0529C3D46234}" dt="2026-10-13T03:13:27.072" v="3288" actId="207"/>
          <ac:spMkLst>
            <pc:docMk/>
            <pc:sldMk cId="3494540859" sldId="402"/>
            <ac:spMk id="65" creationId="{F08D5D66-6B5B-E7EC-2358-170AFA0339B3}"/>
          </ac:spMkLst>
        </pc:spChg>
        <pc:spChg chg="add mod">
          <ac:chgData name="Palazzolo, Justin J" userId="0857b357-fe53-4be7-beaf-e3dc29eff233" providerId="ADAL" clId="{2AA4013B-C086-4E30-A31A-0529C3D46234}" dt="2026-10-13T03:15:33.208" v="3294" actId="14100"/>
          <ac:spMkLst>
            <pc:docMk/>
            <pc:sldMk cId="3494540859" sldId="402"/>
            <ac:spMk id="68" creationId="{83AF71CF-6E7C-26FB-24E8-9535A7910BEE}"/>
          </ac:spMkLst>
        </pc:spChg>
        <pc:spChg chg="add mod">
          <ac:chgData name="Palazzolo, Justin J" userId="0857b357-fe53-4be7-beaf-e3dc29eff233" providerId="ADAL" clId="{2AA4013B-C086-4E30-A31A-0529C3D46234}" dt="2026-10-13T01:37:22.983" v="1490" actId="14100"/>
          <ac:spMkLst>
            <pc:docMk/>
            <pc:sldMk cId="3494540859" sldId="402"/>
            <ac:spMk id="78" creationId="{C14D3B6A-7848-08C7-3292-8D2B6DEE7652}"/>
          </ac:spMkLst>
        </pc:spChg>
        <pc:spChg chg="add mod">
          <ac:chgData name="Palazzolo, Justin J" userId="0857b357-fe53-4be7-beaf-e3dc29eff233" providerId="ADAL" clId="{2AA4013B-C086-4E30-A31A-0529C3D46234}" dt="2026-10-13T01:39:15.731" v="1539" actId="20577"/>
          <ac:spMkLst>
            <pc:docMk/>
            <pc:sldMk cId="3494540859" sldId="402"/>
            <ac:spMk id="88" creationId="{9BF2A6E3-D117-0FF6-A663-01113FEED44B}"/>
          </ac:spMkLst>
        </pc:spChg>
        <pc:spChg chg="add mod">
          <ac:chgData name="Palazzolo, Justin J" userId="0857b357-fe53-4be7-beaf-e3dc29eff233" providerId="ADAL" clId="{2AA4013B-C086-4E30-A31A-0529C3D46234}" dt="2026-10-13T01:20:35.505" v="1221" actId="1035"/>
          <ac:spMkLst>
            <pc:docMk/>
            <pc:sldMk cId="3494540859" sldId="402"/>
            <ac:spMk id="98" creationId="{26D9B5F9-2A2E-E7C6-5134-8A066FA31A5A}"/>
          </ac:spMkLst>
        </pc:spChg>
        <pc:spChg chg="add mod">
          <ac:chgData name="Palazzolo, Justin J" userId="0857b357-fe53-4be7-beaf-e3dc29eff233" providerId="ADAL" clId="{2AA4013B-C086-4E30-A31A-0529C3D46234}" dt="2026-10-13T01:39:27.069" v="1543" actId="20577"/>
          <ac:spMkLst>
            <pc:docMk/>
            <pc:sldMk cId="3494540859" sldId="402"/>
            <ac:spMk id="99" creationId="{D1DC2EC8-2B5A-2B14-E517-C76ABBDB5144}"/>
          </ac:spMkLst>
        </pc:spChg>
        <pc:spChg chg="add mod">
          <ac:chgData name="Palazzolo, Justin J" userId="0857b357-fe53-4be7-beaf-e3dc29eff233" providerId="ADAL" clId="{2AA4013B-C086-4E30-A31A-0529C3D46234}" dt="2026-10-13T02:00:10.025" v="2232" actId="313"/>
          <ac:spMkLst>
            <pc:docMk/>
            <pc:sldMk cId="3494540859" sldId="402"/>
            <ac:spMk id="115" creationId="{40D24312-99A0-744D-248F-F68F1BB18211}"/>
          </ac:spMkLst>
        </pc:spChg>
        <pc:spChg chg="add mod">
          <ac:chgData name="Palazzolo, Justin J" userId="0857b357-fe53-4be7-beaf-e3dc29eff233" providerId="ADAL" clId="{2AA4013B-C086-4E30-A31A-0529C3D46234}" dt="2026-10-13T03:13:08.254" v="3281" actId="14100"/>
          <ac:spMkLst>
            <pc:docMk/>
            <pc:sldMk cId="3494540859" sldId="402"/>
            <ac:spMk id="117" creationId="{D9DBC78F-8663-D4BA-B5CB-E42ED47AC6E5}"/>
          </ac:spMkLst>
        </pc:spChg>
        <pc:spChg chg="add mod">
          <ac:chgData name="Palazzolo, Justin J" userId="0857b357-fe53-4be7-beaf-e3dc29eff233" providerId="ADAL" clId="{2AA4013B-C086-4E30-A31A-0529C3D46234}" dt="2026-10-13T01:40:22.614" v="1640" actId="20577"/>
          <ac:spMkLst>
            <pc:docMk/>
            <pc:sldMk cId="3494540859" sldId="402"/>
            <ac:spMk id="119" creationId="{CCFB8F39-9E5A-C58F-89A1-79376D73B883}"/>
          </ac:spMkLst>
        </pc:spChg>
        <pc:spChg chg="add mod">
          <ac:chgData name="Palazzolo, Justin J" userId="0857b357-fe53-4be7-beaf-e3dc29eff233" providerId="ADAL" clId="{2AA4013B-C086-4E30-A31A-0529C3D46234}" dt="2026-10-13T01:59:00.340" v="2197" actId="1036"/>
          <ac:spMkLst>
            <pc:docMk/>
            <pc:sldMk cId="3494540859" sldId="402"/>
            <ac:spMk id="124" creationId="{C2BE70B1-21D1-9C8A-6DE3-01E0DB833D54}"/>
          </ac:spMkLst>
        </pc:spChg>
        <pc:spChg chg="add mod">
          <ac:chgData name="Palazzolo, Justin J" userId="0857b357-fe53-4be7-beaf-e3dc29eff233" providerId="ADAL" clId="{2AA4013B-C086-4E30-A31A-0529C3D46234}" dt="2026-10-13T01:59:00.340" v="2197" actId="1036"/>
          <ac:spMkLst>
            <pc:docMk/>
            <pc:sldMk cId="3494540859" sldId="402"/>
            <ac:spMk id="126" creationId="{DADC6EC4-A959-0C6E-881A-B669C1F4F49B}"/>
          </ac:spMkLst>
        </pc:spChg>
        <pc:graphicFrameChg chg="add mod">
          <ac:chgData name="Palazzolo, Justin J" userId="0857b357-fe53-4be7-beaf-e3dc29eff233" providerId="ADAL" clId="{2AA4013B-C086-4E30-A31A-0529C3D46234}" dt="2026-10-13T01:59:11.676" v="2198" actId="14100"/>
          <ac:graphicFrameMkLst>
            <pc:docMk/>
            <pc:sldMk cId="3494540859" sldId="402"/>
            <ac:graphicFrameMk id="57" creationId="{9388A367-BA76-C01E-9DEB-FDFCE9287DA6}"/>
          </ac:graphicFrameMkLst>
        </pc:graphicFrameChg>
        <pc:graphicFrameChg chg="add mod ord">
          <ac:chgData name="Palazzolo, Justin J" userId="0857b357-fe53-4be7-beaf-e3dc29eff233" providerId="ADAL" clId="{2AA4013B-C086-4E30-A31A-0529C3D46234}" dt="2026-10-13T01:40:58.432" v="1643" actId="14100"/>
          <ac:graphicFrameMkLst>
            <pc:docMk/>
            <pc:sldMk cId="3494540859" sldId="402"/>
            <ac:graphicFrameMk id="66" creationId="{91AE8F0B-BA82-30B1-89CF-174719F35747}"/>
          </ac:graphicFrameMkLst>
        </pc:graphicFrameChg>
        <pc:cxnChg chg="add mod">
          <ac:chgData name="Palazzolo, Justin J" userId="0857b357-fe53-4be7-beaf-e3dc29eff233" providerId="ADAL" clId="{2AA4013B-C086-4E30-A31A-0529C3D46234}" dt="2026-10-13T01:59:24.937" v="2213" actId="1036"/>
          <ac:cxnSpMkLst>
            <pc:docMk/>
            <pc:sldMk cId="3494540859" sldId="402"/>
            <ac:cxnSpMk id="61" creationId="{3DBF29C6-8A34-AEF2-A3E9-347351892C90}"/>
          </ac:cxnSpMkLst>
        </pc:cxnChg>
        <pc:cxnChg chg="add mod">
          <ac:chgData name="Palazzolo, Justin J" userId="0857b357-fe53-4be7-beaf-e3dc29eff233" providerId="ADAL" clId="{2AA4013B-C086-4E30-A31A-0529C3D46234}" dt="2026-10-13T03:16:07.451" v="3297" actId="693"/>
          <ac:cxnSpMkLst>
            <pc:docMk/>
            <pc:sldMk cId="3494540859" sldId="402"/>
            <ac:cxnSpMk id="69" creationId="{DB46767E-3B93-C5F0-5C33-9EE75D69CCBF}"/>
          </ac:cxnSpMkLst>
        </pc:cxnChg>
        <pc:cxnChg chg="add mod">
          <ac:chgData name="Palazzolo, Justin J" userId="0857b357-fe53-4be7-beaf-e3dc29eff233" providerId="ADAL" clId="{2AA4013B-C086-4E30-A31A-0529C3D46234}" dt="2026-10-13T03:16:07.451" v="3297" actId="693"/>
          <ac:cxnSpMkLst>
            <pc:docMk/>
            <pc:sldMk cId="3494540859" sldId="402"/>
            <ac:cxnSpMk id="70" creationId="{C37D8803-8FFB-0111-4E8B-7714488E844A}"/>
          </ac:cxnSpMkLst>
        </pc:cxnChg>
        <pc:cxnChg chg="add mod">
          <ac:chgData name="Palazzolo, Justin J" userId="0857b357-fe53-4be7-beaf-e3dc29eff233" providerId="ADAL" clId="{2AA4013B-C086-4E30-A31A-0529C3D46234}" dt="2026-10-13T01:37:22.983" v="1490" actId="14100"/>
          <ac:cxnSpMkLst>
            <pc:docMk/>
            <pc:sldMk cId="3494540859" sldId="402"/>
            <ac:cxnSpMk id="80" creationId="{44F8B045-9749-A9D2-C709-3C3F37D573A9}"/>
          </ac:cxnSpMkLst>
        </pc:cxnChg>
        <pc:cxnChg chg="add mod">
          <ac:chgData name="Palazzolo, Justin J" userId="0857b357-fe53-4be7-beaf-e3dc29eff233" providerId="ADAL" clId="{2AA4013B-C086-4E30-A31A-0529C3D46234}" dt="2026-10-13T01:10:13.836" v="927" actId="14100"/>
          <ac:cxnSpMkLst>
            <pc:docMk/>
            <pc:sldMk cId="3494540859" sldId="402"/>
            <ac:cxnSpMk id="89" creationId="{1E4447C5-AC29-DF93-E302-8BDF989F1260}"/>
          </ac:cxnSpMkLst>
        </pc:cxnChg>
        <pc:cxnChg chg="add mod">
          <ac:chgData name="Palazzolo, Justin J" userId="0857b357-fe53-4be7-beaf-e3dc29eff233" providerId="ADAL" clId="{2AA4013B-C086-4E30-A31A-0529C3D46234}" dt="2026-10-13T01:16:07.109" v="1196" actId="14100"/>
          <ac:cxnSpMkLst>
            <pc:docMk/>
            <pc:sldMk cId="3494540859" sldId="402"/>
            <ac:cxnSpMk id="100" creationId="{684E2FC3-ED7E-D45D-4036-77B9D64E70B1}"/>
          </ac:cxnSpMkLst>
        </pc:cxnChg>
        <pc:cxnChg chg="add mod">
          <ac:chgData name="Palazzolo, Justin J" userId="0857b357-fe53-4be7-beaf-e3dc29eff233" providerId="ADAL" clId="{2AA4013B-C086-4E30-A31A-0529C3D46234}" dt="2026-10-13T01:38:46.129" v="1494" actId="14100"/>
          <ac:cxnSpMkLst>
            <pc:docMk/>
            <pc:sldMk cId="3494540859" sldId="402"/>
            <ac:cxnSpMk id="120" creationId="{A5157470-4569-894C-05FA-5EC1F69DFC7E}"/>
          </ac:cxnSpMkLst>
        </pc:cxnChg>
      </pc:sldChg>
      <pc:sldChg chg="modSp mod modClrScheme chgLayout">
        <pc:chgData name="Palazzolo, Justin J" userId="0857b357-fe53-4be7-beaf-e3dc29eff233" providerId="ADAL" clId="{2AA4013B-C086-4E30-A31A-0529C3D46234}" dt="2026-10-12T23:51:53.963" v="9"/>
        <pc:sldMkLst>
          <pc:docMk/>
          <pc:sldMk cId="3690848339" sldId="415"/>
        </pc:sldMkLst>
        <pc:spChg chg="mod ord">
          <ac:chgData name="Palazzolo, Justin J" userId="0857b357-fe53-4be7-beaf-e3dc29eff233" providerId="ADAL" clId="{2AA4013B-C086-4E30-A31A-0529C3D46234}" dt="2026-10-12T23:51:53.963" v="9"/>
          <ac:spMkLst>
            <pc:docMk/>
            <pc:sldMk cId="3690848339" sldId="415"/>
            <ac:spMk id="9" creationId="{EE122EC7-BA84-5284-6EE3-AA59ABE84099}"/>
          </ac:spMkLst>
        </pc:spChg>
        <pc:spChg chg="mod ord">
          <ac:chgData name="Palazzolo, Justin J" userId="0857b357-fe53-4be7-beaf-e3dc29eff233" providerId="ADAL" clId="{2AA4013B-C086-4E30-A31A-0529C3D46234}" dt="2026-10-12T23:51:53.963" v="9"/>
          <ac:spMkLst>
            <pc:docMk/>
            <pc:sldMk cId="3690848339" sldId="415"/>
            <ac:spMk id="12" creationId="{BD156507-D632-9694-4569-7884E16B6A30}"/>
          </ac:spMkLst>
        </pc:spChg>
        <pc:spChg chg="mod ord">
          <ac:chgData name="Palazzolo, Justin J" userId="0857b357-fe53-4be7-beaf-e3dc29eff233" providerId="ADAL" clId="{2AA4013B-C086-4E30-A31A-0529C3D46234}" dt="2026-10-12T23:51:53.963" v="9"/>
          <ac:spMkLst>
            <pc:docMk/>
            <pc:sldMk cId="3690848339" sldId="415"/>
            <ac:spMk id="14" creationId="{9BC09E49-D74A-6D09-3D53-F45B77BDAF74}"/>
          </ac:spMkLst>
        </pc:spChg>
      </pc:sldChg>
      <pc:sldChg chg="modSp add mod">
        <pc:chgData name="Palazzolo, Justin J" userId="0857b357-fe53-4be7-beaf-e3dc29eff233" providerId="ADAL" clId="{2AA4013B-C086-4E30-A31A-0529C3D46234}" dt="2026-10-15T02:16:36.541" v="4463" actId="114"/>
        <pc:sldMkLst>
          <pc:docMk/>
          <pc:sldMk cId="4081468031" sldId="419"/>
        </pc:sldMkLst>
        <pc:spChg chg="mod">
          <ac:chgData name="Palazzolo, Justin J" userId="0857b357-fe53-4be7-beaf-e3dc29eff233" providerId="ADAL" clId="{2AA4013B-C086-4E30-A31A-0529C3D46234}" dt="2026-10-12T23:53:53.878" v="100" actId="14100"/>
          <ac:spMkLst>
            <pc:docMk/>
            <pc:sldMk cId="4081468031" sldId="419"/>
            <ac:spMk id="4" creationId="{0756F127-6870-4593-7635-B47EE4AEA7C8}"/>
          </ac:spMkLst>
        </pc:spChg>
        <pc:spChg chg="mod">
          <ac:chgData name="Palazzolo, Justin J" userId="0857b357-fe53-4be7-beaf-e3dc29eff233" providerId="ADAL" clId="{2AA4013B-C086-4E30-A31A-0529C3D46234}" dt="2026-10-15T02:16:36.541" v="4463" actId="114"/>
          <ac:spMkLst>
            <pc:docMk/>
            <pc:sldMk cId="4081468031" sldId="419"/>
            <ac:spMk id="8" creationId="{95AAF520-F5AB-6AFF-8818-9DA3A6B5B4B1}"/>
          </ac:spMkLst>
        </pc:spChg>
        <pc:spChg chg="mod">
          <ac:chgData name="Palazzolo, Justin J" userId="0857b357-fe53-4be7-beaf-e3dc29eff233" providerId="ADAL" clId="{2AA4013B-C086-4E30-A31A-0529C3D46234}" dt="2026-10-12T23:52:42.154" v="60" actId="20577"/>
          <ac:spMkLst>
            <pc:docMk/>
            <pc:sldMk cId="4081468031" sldId="419"/>
            <ac:spMk id="9" creationId="{B167854F-44F0-38A9-DE87-2C8F7943EF35}"/>
          </ac:spMkLst>
        </pc:spChg>
        <pc:spChg chg="mod">
          <ac:chgData name="Palazzolo, Justin J" userId="0857b357-fe53-4be7-beaf-e3dc29eff233" providerId="ADAL" clId="{2AA4013B-C086-4E30-A31A-0529C3D46234}" dt="2026-10-12T23:53:00.886" v="99" actId="20577"/>
          <ac:spMkLst>
            <pc:docMk/>
            <pc:sldMk cId="4081468031" sldId="419"/>
            <ac:spMk id="12" creationId="{2DFD8D01-8B99-B1DA-1965-E037E35022BD}"/>
          </ac:spMkLst>
        </pc:spChg>
        <pc:spChg chg="mod">
          <ac:chgData name="Palazzolo, Justin J" userId="0857b357-fe53-4be7-beaf-e3dc29eff233" providerId="ADAL" clId="{2AA4013B-C086-4E30-A31A-0529C3D46234}" dt="2026-10-12T23:52:26.126" v="22" actId="20577"/>
          <ac:spMkLst>
            <pc:docMk/>
            <pc:sldMk cId="4081468031" sldId="419"/>
            <ac:spMk id="17" creationId="{E5785693-6DA5-8B81-4561-1EEA1A7F6C91}"/>
          </ac:spMkLst>
        </pc:spChg>
      </pc:sldChg>
      <pc:sldChg chg="addSp delSp modSp add del mod">
        <pc:chgData name="Palazzolo, Justin J" userId="0857b357-fe53-4be7-beaf-e3dc29eff233" providerId="ADAL" clId="{2AA4013B-C086-4E30-A31A-0529C3D46234}" dt="2026-10-15T01:53:22.533" v="3935"/>
        <pc:sldMkLst>
          <pc:docMk/>
          <pc:sldMk cId="417089048" sldId="437"/>
        </pc:sldMkLst>
        <pc:spChg chg="del">
          <ac:chgData name="Palazzolo, Justin J" userId="0857b357-fe53-4be7-beaf-e3dc29eff233" providerId="ADAL" clId="{2AA4013B-C086-4E30-A31A-0529C3D46234}" dt="2026-10-15T01:35:54.901" v="3654"/>
          <ac:spMkLst>
            <pc:docMk/>
            <pc:sldMk cId="417089048" sldId="437"/>
            <ac:spMk id="3" creationId="{B3D75F22-CA28-8C6A-19BB-A8463FA42180}"/>
          </ac:spMkLst>
        </pc:spChg>
        <pc:spChg chg="del mod">
          <ac:chgData name="Palazzolo, Justin J" userId="0857b357-fe53-4be7-beaf-e3dc29eff233" providerId="ADAL" clId="{2AA4013B-C086-4E30-A31A-0529C3D46234}" dt="2026-10-15T01:35:54.212" v="3653" actId="478"/>
          <ac:spMkLst>
            <pc:docMk/>
            <pc:sldMk cId="417089048" sldId="437"/>
            <ac:spMk id="5" creationId="{F4235A9B-0CB9-09F7-ECC3-87FCEF0613E2}"/>
          </ac:spMkLst>
        </pc:spChg>
        <pc:spChg chg="add del">
          <ac:chgData name="Palazzolo, Justin J" userId="0857b357-fe53-4be7-beaf-e3dc29eff233" providerId="ADAL" clId="{2AA4013B-C086-4E30-A31A-0529C3D46234}" dt="2026-10-15T01:46:07.377" v="3811" actId="478"/>
          <ac:spMkLst>
            <pc:docMk/>
            <pc:sldMk cId="417089048" sldId="437"/>
            <ac:spMk id="7" creationId="{94D655DE-615B-E673-7F76-07834618BD53}"/>
          </ac:spMkLst>
        </pc:spChg>
        <pc:spChg chg="add del">
          <ac:chgData name="Palazzolo, Justin J" userId="0857b357-fe53-4be7-beaf-e3dc29eff233" providerId="ADAL" clId="{2AA4013B-C086-4E30-A31A-0529C3D46234}" dt="2026-10-15T01:46:04.392" v="3803" actId="478"/>
          <ac:spMkLst>
            <pc:docMk/>
            <pc:sldMk cId="417089048" sldId="437"/>
            <ac:spMk id="15" creationId="{27B1E99C-1155-9CCD-9FC3-3B3DEAD51078}"/>
          </ac:spMkLst>
        </pc:spChg>
        <pc:spChg chg="add del">
          <ac:chgData name="Palazzolo, Justin J" userId="0857b357-fe53-4be7-beaf-e3dc29eff233" providerId="ADAL" clId="{2AA4013B-C086-4E30-A31A-0529C3D46234}" dt="2026-10-15T01:46:06.244" v="3808" actId="478"/>
          <ac:spMkLst>
            <pc:docMk/>
            <pc:sldMk cId="417089048" sldId="437"/>
            <ac:spMk id="16" creationId="{CC2EE8E2-FD7D-F065-E7EC-1694CBBB1BA8}"/>
          </ac:spMkLst>
        </pc:spChg>
        <pc:spChg chg="add del">
          <ac:chgData name="Palazzolo, Justin J" userId="0857b357-fe53-4be7-beaf-e3dc29eff233" providerId="ADAL" clId="{2AA4013B-C086-4E30-A31A-0529C3D46234}" dt="2026-10-15T01:46:05.819" v="3807" actId="478"/>
          <ac:spMkLst>
            <pc:docMk/>
            <pc:sldMk cId="417089048" sldId="437"/>
            <ac:spMk id="18" creationId="{B0C76965-B8AE-BABC-78E3-A3FBD84C0ABC}"/>
          </ac:spMkLst>
        </pc:spChg>
        <pc:spChg chg="add del">
          <ac:chgData name="Palazzolo, Justin J" userId="0857b357-fe53-4be7-beaf-e3dc29eff233" providerId="ADAL" clId="{2AA4013B-C086-4E30-A31A-0529C3D46234}" dt="2026-10-15T01:46:04.930" v="3804" actId="478"/>
          <ac:spMkLst>
            <pc:docMk/>
            <pc:sldMk cId="417089048" sldId="437"/>
            <ac:spMk id="19" creationId="{6F707C46-2A70-4C64-22E7-74FB0BF53D91}"/>
          </ac:spMkLst>
        </pc:spChg>
        <pc:spChg chg="add del">
          <ac:chgData name="Palazzolo, Justin J" userId="0857b357-fe53-4be7-beaf-e3dc29eff233" providerId="ADAL" clId="{2AA4013B-C086-4E30-A31A-0529C3D46234}" dt="2026-10-15T01:46:05.258" v="3805" actId="478"/>
          <ac:spMkLst>
            <pc:docMk/>
            <pc:sldMk cId="417089048" sldId="437"/>
            <ac:spMk id="24" creationId="{00000000-0000-0000-0000-000000000000}"/>
          </ac:spMkLst>
        </pc:spChg>
        <pc:spChg chg="add del mod">
          <ac:chgData name="Palazzolo, Justin J" userId="0857b357-fe53-4be7-beaf-e3dc29eff233" providerId="ADAL" clId="{2AA4013B-C086-4E30-A31A-0529C3D46234}" dt="2026-10-15T01:48:47.606" v="3911"/>
          <ac:spMkLst>
            <pc:docMk/>
            <pc:sldMk cId="417089048" sldId="437"/>
            <ac:spMk id="25" creationId="{9316E402-C131-F8F4-946C-B88151829B37}"/>
          </ac:spMkLst>
        </pc:spChg>
        <pc:spChg chg="add mod">
          <ac:chgData name="Palazzolo, Justin J" userId="0857b357-fe53-4be7-beaf-e3dc29eff233" providerId="ADAL" clId="{2AA4013B-C086-4E30-A31A-0529C3D46234}" dt="2026-10-15T01:49:01.537" v="3916" actId="478"/>
          <ac:spMkLst>
            <pc:docMk/>
            <pc:sldMk cId="417089048" sldId="437"/>
            <ac:spMk id="28" creationId="{B23E7825-08F3-A996-EC59-112629234D56}"/>
          </ac:spMkLst>
        </pc:spChg>
        <pc:spChg chg="add mod">
          <ac:chgData name="Palazzolo, Justin J" userId="0857b357-fe53-4be7-beaf-e3dc29eff233" providerId="ADAL" clId="{2AA4013B-C086-4E30-A31A-0529C3D46234}" dt="2026-10-15T01:52:08.599" v="3931" actId="14100"/>
          <ac:spMkLst>
            <pc:docMk/>
            <pc:sldMk cId="417089048" sldId="437"/>
            <ac:spMk id="34" creationId="{ABF9B6F0-9AEA-75FF-0446-9FA6BCBCDD26}"/>
          </ac:spMkLst>
        </pc:spChg>
        <pc:grpChg chg="add del">
          <ac:chgData name="Palazzolo, Justin J" userId="0857b357-fe53-4be7-beaf-e3dc29eff233" providerId="ADAL" clId="{2AA4013B-C086-4E30-A31A-0529C3D46234}" dt="2026-10-15T01:46:07.020" v="3810" actId="478"/>
          <ac:grpSpMkLst>
            <pc:docMk/>
            <pc:sldMk cId="417089048" sldId="437"/>
            <ac:grpSpMk id="6" creationId="{CBFDFC5F-05A0-4C7D-32F1-68679B11B5A7}"/>
          </ac:grpSpMkLst>
        </pc:grpChg>
        <pc:grpChg chg="add del">
          <ac:chgData name="Palazzolo, Justin J" userId="0857b357-fe53-4be7-beaf-e3dc29eff233" providerId="ADAL" clId="{2AA4013B-C086-4E30-A31A-0529C3D46234}" dt="2026-10-15T01:46:06.615" v="3809" actId="478"/>
          <ac:grpSpMkLst>
            <pc:docMk/>
            <pc:sldMk cId="417089048" sldId="437"/>
            <ac:grpSpMk id="14" creationId="{3FB1052E-7C46-F65E-B4A2-DF4640ACBF79}"/>
          </ac:grpSpMkLst>
        </pc:grpChg>
        <pc:graphicFrameChg chg="add del mod">
          <ac:chgData name="Palazzolo, Justin J" userId="0857b357-fe53-4be7-beaf-e3dc29eff233" providerId="ADAL" clId="{2AA4013B-C086-4E30-A31A-0529C3D46234}" dt="2026-10-15T01:36:01.490" v="3656" actId="478"/>
          <ac:graphicFrameMkLst>
            <pc:docMk/>
            <pc:sldMk cId="417089048" sldId="437"/>
            <ac:graphicFrameMk id="9" creationId="{7E816856-5F93-16E3-A4F6-7745611B694B}"/>
          </ac:graphicFrameMkLst>
        </pc:graphicFrameChg>
        <pc:graphicFrameChg chg="add del">
          <ac:chgData name="Palazzolo, Justin J" userId="0857b357-fe53-4be7-beaf-e3dc29eff233" providerId="ADAL" clId="{2AA4013B-C086-4E30-A31A-0529C3D46234}" dt="2026-10-15T01:46:08.049" v="3812" actId="478"/>
          <ac:graphicFrameMkLst>
            <pc:docMk/>
            <pc:sldMk cId="417089048" sldId="437"/>
            <ac:graphicFrameMk id="10" creationId="{8504BDE7-D84C-C33F-6EFB-3A83C767AF87}"/>
          </ac:graphicFrameMkLst>
        </pc:graphicFrameChg>
        <pc:graphicFrameChg chg="add del mod">
          <ac:chgData name="Palazzolo, Justin J" userId="0857b357-fe53-4be7-beaf-e3dc29eff233" providerId="ADAL" clId="{2AA4013B-C086-4E30-A31A-0529C3D46234}" dt="2026-10-15T01:46:05.550" v="3806" actId="478"/>
          <ac:graphicFrameMkLst>
            <pc:docMk/>
            <pc:sldMk cId="417089048" sldId="437"/>
            <ac:graphicFrameMk id="23" creationId="{00000000-0000-0000-0000-000000000000}"/>
          </ac:graphicFrameMkLst>
        </pc:graphicFrameChg>
        <pc:graphicFrameChg chg="add del mod modGraphic">
          <ac:chgData name="Palazzolo, Justin J" userId="0857b357-fe53-4be7-beaf-e3dc29eff233" providerId="ADAL" clId="{2AA4013B-C086-4E30-A31A-0529C3D46234}" dt="2026-10-15T01:49:01.537" v="3916" actId="478"/>
          <ac:graphicFrameMkLst>
            <pc:docMk/>
            <pc:sldMk cId="417089048" sldId="437"/>
            <ac:graphicFrameMk id="26" creationId="{5EF0B031-66AC-6311-D5B1-310B2D026A78}"/>
          </ac:graphicFrameMkLst>
        </pc:graphicFrameChg>
        <pc:graphicFrameChg chg="add mod">
          <ac:chgData name="Palazzolo, Justin J" userId="0857b357-fe53-4be7-beaf-e3dc29eff233" providerId="ADAL" clId="{2AA4013B-C086-4E30-A31A-0529C3D46234}" dt="2026-10-15T01:52:21.145" v="3933"/>
          <ac:graphicFrameMkLst>
            <pc:docMk/>
            <pc:sldMk cId="417089048" sldId="437"/>
            <ac:graphicFrameMk id="29" creationId="{781C0FAD-9BB7-4B89-053B-9E44F4BEA921}"/>
          </ac:graphicFrameMkLst>
        </pc:graphicFrameChg>
        <pc:cxnChg chg="add mod">
          <ac:chgData name="Palazzolo, Justin J" userId="0857b357-fe53-4be7-beaf-e3dc29eff233" providerId="ADAL" clId="{2AA4013B-C086-4E30-A31A-0529C3D46234}" dt="2026-10-15T01:51:40.212" v="3926" actId="14100"/>
          <ac:cxnSpMkLst>
            <pc:docMk/>
            <pc:sldMk cId="417089048" sldId="437"/>
            <ac:cxnSpMk id="30" creationId="{21244B44-B4BC-8DD5-EEDB-D2704896EE8B}"/>
          </ac:cxnSpMkLst>
        </pc:cxnChg>
      </pc:sldChg>
      <pc:sldChg chg="add del setBg">
        <pc:chgData name="Palazzolo, Justin J" userId="0857b357-fe53-4be7-beaf-e3dc29eff233" providerId="ADAL" clId="{2AA4013B-C086-4E30-A31A-0529C3D46234}" dt="2026-10-15T01:46:08.776" v="3813"/>
        <pc:sldMkLst>
          <pc:docMk/>
          <pc:sldMk cId="559755052" sldId="438"/>
        </pc:sldMkLst>
      </pc:sldChg>
      <pc:sldChg chg="addSp delSp modSp add mod">
        <pc:chgData name="Palazzolo, Justin J" userId="0857b357-fe53-4be7-beaf-e3dc29eff233" providerId="ADAL" clId="{2AA4013B-C086-4E30-A31A-0529C3D46234}" dt="2026-10-15T02:16:19.492" v="4462" actId="114"/>
        <pc:sldMkLst>
          <pc:docMk/>
          <pc:sldMk cId="1354082425" sldId="438"/>
        </pc:sldMkLst>
        <pc:spChg chg="mod">
          <ac:chgData name="Palazzolo, Justin J" userId="0857b357-fe53-4be7-beaf-e3dc29eff233" providerId="ADAL" clId="{2AA4013B-C086-4E30-A31A-0529C3D46234}" dt="2026-10-15T02:15:12.317" v="4254"/>
          <ac:spMkLst>
            <pc:docMk/>
            <pc:sldMk cId="1354082425" sldId="438"/>
            <ac:spMk id="2" creationId="{502B6098-6C6A-E24B-EF36-2786954A10F6}"/>
          </ac:spMkLst>
        </pc:spChg>
        <pc:spChg chg="add mod">
          <ac:chgData name="Palazzolo, Justin J" userId="0857b357-fe53-4be7-beaf-e3dc29eff233" providerId="ADAL" clId="{2AA4013B-C086-4E30-A31A-0529C3D46234}" dt="2026-10-15T01:57:43.937" v="4153" actId="115"/>
          <ac:spMkLst>
            <pc:docMk/>
            <pc:sldMk cId="1354082425" sldId="438"/>
            <ac:spMk id="5" creationId="{DA9F0B2A-75D9-920A-10E1-0A91D1624975}"/>
          </ac:spMkLst>
        </pc:spChg>
        <pc:spChg chg="add mod">
          <ac:chgData name="Palazzolo, Justin J" userId="0857b357-fe53-4be7-beaf-e3dc29eff233" providerId="ADAL" clId="{2AA4013B-C086-4E30-A31A-0529C3D46234}" dt="2026-10-15T02:06:33.033" v="4252" actId="1076"/>
          <ac:spMkLst>
            <pc:docMk/>
            <pc:sldMk cId="1354082425" sldId="438"/>
            <ac:spMk id="21" creationId="{91BB134D-704B-06C1-BB53-6A0286869D2B}"/>
          </ac:spMkLst>
        </pc:spChg>
        <pc:spChg chg="add del mod">
          <ac:chgData name="Palazzolo, Justin J" userId="0857b357-fe53-4be7-beaf-e3dc29eff233" providerId="ADAL" clId="{2AA4013B-C086-4E30-A31A-0529C3D46234}" dt="2026-10-15T02:06:23.676" v="4251"/>
          <ac:spMkLst>
            <pc:docMk/>
            <pc:sldMk cId="1354082425" sldId="438"/>
            <ac:spMk id="25" creationId="{ECBCC795-4FA7-C2CA-09F9-731509085A0E}"/>
          </ac:spMkLst>
        </pc:spChg>
        <pc:spChg chg="mod">
          <ac:chgData name="Palazzolo, Justin J" userId="0857b357-fe53-4be7-beaf-e3dc29eff233" providerId="ADAL" clId="{2AA4013B-C086-4E30-A31A-0529C3D46234}" dt="2026-10-15T02:16:19.492" v="4462" actId="114"/>
          <ac:spMkLst>
            <pc:docMk/>
            <pc:sldMk cId="1354082425" sldId="438"/>
            <ac:spMk id="28" creationId="{B23E7825-08F3-A996-EC59-112629234D56}"/>
          </ac:spMkLst>
        </pc:spChg>
        <pc:graphicFrameChg chg="mod">
          <ac:chgData name="Palazzolo, Justin J" userId="0857b357-fe53-4be7-beaf-e3dc29eff233" providerId="ADAL" clId="{2AA4013B-C086-4E30-A31A-0529C3D46234}" dt="2026-10-15T02:06:10.881" v="4229" actId="14100"/>
          <ac:graphicFrameMkLst>
            <pc:docMk/>
            <pc:sldMk cId="1354082425" sldId="438"/>
            <ac:graphicFrameMk id="29" creationId="{781C0FAD-9BB7-4B89-053B-9E44F4BEA921}"/>
          </ac:graphicFrameMkLst>
        </pc:graphicFrameChg>
      </pc:sldChg>
      <pc:sldMasterChg chg="add addSldLayout">
        <pc:chgData name="Palazzolo, Justin J" userId="0857b357-fe53-4be7-beaf-e3dc29eff233" providerId="ADAL" clId="{2AA4013B-C086-4E30-A31A-0529C3D46234}" dt="2026-10-12T23:51:53.795" v="2"/>
        <pc:sldMasterMkLst>
          <pc:docMk/>
          <pc:sldMasterMk cId="1046558944" sldId="2147483818"/>
        </pc:sldMasterMkLst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461487378" sldId="2147483795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6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7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8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799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0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1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2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3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4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5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6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7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8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09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0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1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2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3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4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5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6"/>
          </pc:sldLayoutMkLst>
        </pc:sldLayoutChg>
        <pc:sldLayoutChg chg="add">
          <pc:chgData name="Palazzolo, Justin J" userId="0857b357-fe53-4be7-beaf-e3dc29eff233" providerId="ADAL" clId="{2AA4013B-C086-4E30-A31A-0529C3D46234}" dt="2026-10-12T23:51:53.795" v="2"/>
          <pc:sldLayoutMkLst>
            <pc:docMk/>
            <pc:sldMasterMk cId="1046558944" sldId="2147483818"/>
            <pc:sldLayoutMk cId="1489274202" sldId="2147483817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Implied_PriceGb_RDCF</c:v>
                </c:pt>
              </c:strCache>
            </c:strRef>
          </c:tx>
          <c:invertIfNegative val="0"/>
          <c:dPt>
            <c:idx val="0"/>
            <c:spPr>
              <a:solidFill>
                <a:srgbClr val="E8962E"/>
              </a:solidFill>
            </c:spPr>
          </c:dPt>
          <c:dPt>
            <c:idx val="1"/>
            <c:spPr>
              <a:solidFill>
                <a:srgbClr val="F3C64B"/>
              </a:solidFill>
            </c:spPr>
          </c:dPt>
          <c:dPt>
            <c:idx val="2"/>
            <c:spPr>
              <a:solidFill>
                <a:srgbClr val="F3C64B"/>
              </a:solidFill>
            </c:spPr>
          </c:dPt>
          <c:cat>
            <c:strRef>
              <c:f>Sheet1!$A$2:$A$4</c:f>
              <c:strCache>
                <c:ptCount val="3"/>
                <c:pt idx="0">
                  <c:v>2025A</c:v>
                </c:pt>
                <c:pt idx="1">
                  <c:v>2026E</c:v>
                </c:pt>
                <c:pt idx="2">
                  <c:v>27E–29E CAGR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0.213</c:v>
                </c:pt>
                <c:pt idx="1">
                  <c:v>0.182</c:v>
                </c:pt>
                <c:pt idx="2">
                  <c:v>0.123</c:v>
                </c:pt>
              </c:numCache>
            </c:numRef>
          </c:val>
        </c:ser>
        <c:dLbls>
          <c:numFmt formatCode="(0.0%)" sourceLinked="0"/>
          <c:txPr>
            <a:bodyPr/>
            <a:lstStyle/>
            <a:p>
              <a:pPr>
                <a:defRPr sz="1050" b="1">
                  <a:latin typeface="Garamo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 b="1">
                <a:latin typeface="Garamo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7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NovaSeq6000_Share_Q2_26</c:v>
                </c:pt>
              </c:strCache>
            </c:strRef>
          </c:tx>
          <c:invertIfNegative val="0"/>
          <c:dPt>
            <c:idx val="0"/>
            <c:spPr>
              <a:solidFill>
                <a:srgbClr val="F3C64B"/>
              </a:solidFill>
            </c:spPr>
          </c:dPt>
          <c:dPt>
            <c:idx val="1"/>
            <c:spPr>
              <a:solidFill>
                <a:srgbClr val="E8962E"/>
              </a:solidFill>
            </c:spPr>
          </c:dPt>
          <c:cat>
            <c:strRef>
              <c:f>Sheet1!$A$2:$A$3</c:f>
              <c:strCache>
                <c:ptCount val="2"/>
                <c:pt idx="0">
                  <c:v>% of HT Gb</c:v>
                </c:pt>
                <c:pt idx="1">
                  <c:v>% of HT 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0.17</c:v>
                </c:pt>
                <c:pt idx="1">
                  <c:v>0.41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latin typeface="Garamo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 b="1">
                <a:latin typeface="Garamo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6000 ÷ X revenue per Gb</c:v>
                </c:pt>
              </c:strCache>
            </c:strRef>
          </c:tx>
          <c:spPr>
            <a:ln w="28575">
              <a:solidFill>
                <a:srgbClr val="E8962E"/>
              </a:solidFill>
            </a:ln>
          </c:spPr>
          <c:marker>
            <c:symbol val="circle"/>
            <c:size val="5"/>
            <c:spPr>
              <a:solidFill>
                <a:srgbClr val="E8962E"/>
              </a:solidFill>
              <a:ln>
                <a:solidFill>
                  <a:srgbClr val="E8962E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Q2'24</c:v>
                </c:pt>
                <c:pt idx="1">
                  <c:v>Q3'24</c:v>
                </c:pt>
                <c:pt idx="2">
                  <c:v>Q4'24</c:v>
                </c:pt>
                <c:pt idx="3">
                  <c:v>Q1'25</c:v>
                </c:pt>
                <c:pt idx="4">
                  <c:v>Q2'25</c:v>
                </c:pt>
                <c:pt idx="5">
                  <c:v>Q3'25</c:v>
                </c:pt>
                <c:pt idx="6">
                  <c:v>Q4'25</c:v>
                </c:pt>
                <c:pt idx="7">
                  <c:v>Q1'26</c:v>
                </c:pt>
                <c:pt idx="8">
                  <c:v>Q2'26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2.21</c:v>
                </c:pt>
                <c:pt idx="1">
                  <c:v>2.17</c:v>
                </c:pt>
                <c:pt idx="2">
                  <c:v>2.91</c:v>
                </c:pt>
                <c:pt idx="3">
                  <c:v>2.82</c:v>
                </c:pt>
                <c:pt idx="4">
                  <c:v>2.83</c:v>
                </c:pt>
                <c:pt idx="5">
                  <c:v>3.41</c:v>
                </c:pt>
                <c:pt idx="6">
                  <c:v>3.27</c:v>
                </c:pt>
                <c:pt idx="7">
                  <c:v>3.73</c:v>
                </c:pt>
                <c:pt idx="8">
                  <c:v>3.39</c:v>
                </c:pt>
              </c:numCache>
            </c:numRef>
          </c:val>
          <c:smooth val="0"/>
        </c:ser>
        <c:dLbls>
          <c:numFmt formatCode="0.0&quot;x&quot;" sourceLinked="0"/>
          <c:txPr>
            <a:bodyPr/>
            <a:lstStyle/>
            <a:p>
              <a:pPr>
                <a:defRPr sz="900">
                  <a:latin typeface="Garamon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3"/>
          <c:min val="1.5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FlowCell_Multiple_of_25B</c:v>
                </c:pt>
              </c:strCache>
            </c:strRef>
          </c:tx>
          <c:invertIfNegative val="0"/>
          <c:dPt>
            <c:idx val="0"/>
            <c:spPr>
              <a:solidFill>
                <a:srgbClr val="E8962E"/>
              </a:solidFill>
            </c:spPr>
          </c:dPt>
          <c:dPt>
            <c:idx val="1"/>
            <c:spPr>
              <a:solidFill>
                <a:srgbClr val="E8962E"/>
              </a:solidFill>
            </c:spPr>
          </c:dPt>
          <c:dPt>
            <c:idx val="2"/>
            <c:spPr>
              <a:solidFill>
                <a:srgbClr val="E8962E"/>
              </a:solidFill>
            </c:spPr>
          </c:dPt>
          <c:dPt>
            <c:idx val="3"/>
            <c:spPr>
              <a:solidFill>
                <a:srgbClr val="E8962E"/>
              </a:solidFill>
            </c:spPr>
          </c:dPt>
          <c:dPt>
            <c:idx val="4"/>
            <c:spPr>
              <a:solidFill>
                <a:srgbClr val="F3C64B"/>
              </a:solidFill>
            </c:spPr>
          </c:dPt>
          <c:dPt>
            <c:idx val="5"/>
            <c:spPr>
              <a:solidFill>
                <a:srgbClr val="F3C64B"/>
              </a:solidFill>
            </c:spPr>
          </c:dPt>
          <c:dPt>
            <c:idx val="6"/>
            <c:spPr>
              <a:solidFill>
                <a:srgbClr val="F3C64B"/>
              </a:solidFill>
            </c:spPr>
          </c:dPt>
          <c:cat>
            <c:strRef>
              <c:f>Sheet1!$A$2:$A$8</c:f>
              <c:strCache>
                <c:ptCount val="7"/>
                <c:pt idx="0">
                  <c:v>SP</c:v>
                </c:pt>
                <c:pt idx="1">
                  <c:v>S1</c:v>
                </c:pt>
                <c:pt idx="2">
                  <c:v>S2</c:v>
                </c:pt>
                <c:pt idx="3">
                  <c:v>S4</c:v>
                </c:pt>
                <c:pt idx="4">
                  <c:v>1.5B</c:v>
                </c:pt>
                <c:pt idx="5">
                  <c:v>10B</c:v>
                </c:pt>
                <c:pt idx="6">
                  <c:v>25B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6.96</c:v>
                </c:pt>
                <c:pt idx="1">
                  <c:v>5.58</c:v>
                </c:pt>
                <c:pt idx="2">
                  <c:v>3.78</c:v>
                </c:pt>
                <c:pt idx="3">
                  <c:v>2.06</c:v>
                </c:pt>
                <c:pt idx="4">
                  <c:v>2.94</c:v>
                </c:pt>
                <c:pt idx="5">
                  <c:v>1.51</c:v>
                </c:pt>
                <c:pt idx="6">
                  <c:v>1.0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1000" b="1">
                  <a:latin typeface="Garamo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50" b="1">
                <a:latin typeface="Garamo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2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00000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86209-5633-4A01-B1CE-8717304A5A9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9E5CA-E4C1-45B7-A21B-1D512A848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4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9E5CA-E4C1-45B7-A21B-1D512A8482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031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85CDF-52F4-2A75-4748-846CC7EF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B6DA65-0CE3-4079-873E-BDA5D3DE7BD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E6B6A-C052-29B2-AFD8-E61B6C9F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0E3E9-605D-CA9F-A933-A55EAA3B5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599346-C140-460E-BBE9-09DB56596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87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ustry_top_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dustry_top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dust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n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n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esi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esi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it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i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it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sk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sk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Ftop"/>
          <p:cNvCxnSpPr/>
          <p:nvPr userDrawn="1"/>
        </p:nvCxnSpPr>
        <p:spPr>
          <a:xfrm>
            <a:off x="131048" y="1139138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sks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Fbot"/>
          <p:cNvCxnSpPr/>
          <p:nvPr userDrawn="1"/>
        </p:nvCxnSpPr>
        <p:spPr>
          <a:xfrm>
            <a:off x="131048" y="3754472"/>
            <a:ext cx="11929904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alua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LB"/>
          <p:cNvCxnSpPr/>
          <p:nvPr userDrawn="1"/>
        </p:nvCxnSpPr>
        <p:spPr>
          <a:xfrm>
            <a:off x="131048" y="3754472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3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4" name="Grid Line RB"/>
          <p:cNvCxnSpPr/>
          <p:nvPr userDrawn="1"/>
        </p:nvCxnSpPr>
        <p:spPr>
          <a:xfrm>
            <a:off x="6164836" y="3754472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alua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E6AA90-0777-DDED-EC6B-E0BE97BB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1" y="94910"/>
            <a:ext cx="9358184" cy="4003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EAD2F78-F407-5929-A4DD-0937311F8A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8549" y="493562"/>
            <a:ext cx="10612712" cy="2710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FDBE92-D111-16C8-E877-36C5ED7F705C}"/>
              </a:ext>
            </a:extLst>
          </p:cNvPr>
          <p:cNvCxnSpPr>
            <a:cxnSpLocks/>
          </p:cNvCxnSpPr>
          <p:nvPr userDrawn="1"/>
        </p:nvCxnSpPr>
        <p:spPr>
          <a:xfrm>
            <a:off x="131048" y="829176"/>
            <a:ext cx="119299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4A00DD3-407A-1E78-070C-8A532ACD76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1715" y="6595722"/>
            <a:ext cx="5216414" cy="22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0" i="1">
                <a:latin typeface="Garamond" panose="02020404030301010803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Source(s):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F6204-BCE6-13F1-C664-C8C3ECD67CDE}"/>
              </a:ext>
            </a:extLst>
          </p:cNvPr>
          <p:cNvCxnSpPr>
            <a:cxnSpLocks/>
          </p:cNvCxnSpPr>
          <p:nvPr userDrawn="1"/>
        </p:nvCxnSpPr>
        <p:spPr>
          <a:xfrm>
            <a:off x="131048" y="6539479"/>
            <a:ext cx="11929904" cy="0"/>
          </a:xfrm>
          <a:prstGeom prst="line">
            <a:avLst/>
          </a:prstGeom>
          <a:ln w="19050">
            <a:solidFill>
              <a:srgbClr val="F9A3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58CB6D-4D27-79AF-0005-8F9E5DCCF4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348" y="247724"/>
            <a:ext cx="1212194" cy="288876"/>
          </a:xfrm>
          <a:prstGeom prst="rect">
            <a:avLst/>
          </a:prstGeom>
        </p:spPr>
      </p:pic>
      <p:sp>
        <p:nvSpPr>
          <p:cNvPr id="30" name="Page Number"/>
          <p:cNvSpPr txBox="1"/>
          <p:nvPr userDrawn="1"/>
        </p:nvSpPr>
        <p:spPr>
          <a:xfrm>
            <a:off x="5900969" y="6585891"/>
            <a:ext cx="390062" cy="224070"/>
          </a:xfrm>
          <a:prstGeom prst="rect">
            <a:avLst/>
          </a:prstGeom>
          <a:noFill/>
        </p:spPr>
        <p:txBody>
          <a:bodyPr wrap="none" lIns="0" tIns="45720" rIns="0" bIns="45720" anchor="t">
            <a:noAutofit/>
          </a:bodyPr>
          <a:lstStyle/>
          <a:p>
            <a:pPr algn="ctr"/>
            <a:fld id="{8B5C3D1E-4A2F-4E7B-9C61-2D7F0A9E5B13}" type="slidenum">
              <a:rPr lang="en-US" sz="10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Garamond" panose="02020404030301010803" pitchFamily="18" charset="0"/>
              </a:rPr>
              <a:pPr algn="ctr"/>
              <a:t>‹#›</a:t>
            </a:fld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6FBE4-0B7E-0971-7426-B2642DEAF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070" y="6604033"/>
            <a:ext cx="349620" cy="178361"/>
          </a:xfrm>
          <a:prstGeom prst="rect">
            <a:avLst/>
          </a:prstGeom>
        </p:spPr>
      </p:pic>
      <p:cxnSp>
        <p:nvCxnSpPr>
          <p:cNvPr id="31" name="Grid Line LT"/>
          <p:cNvCxnSpPr/>
          <p:nvPr userDrawn="1"/>
        </p:nvCxnSpPr>
        <p:spPr>
          <a:xfrm>
            <a:off x="131048" y="1139138"/>
            <a:ext cx="5886708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  <p:cxnSp>
        <p:nvCxnSpPr>
          <p:cNvPr id="32" name="Grid Line RT"/>
          <p:cNvCxnSpPr/>
          <p:nvPr userDrawn="1"/>
        </p:nvCxnSpPr>
        <p:spPr>
          <a:xfrm>
            <a:off x="6164836" y="1139138"/>
            <a:ext cx="5886710" cy="0"/>
          </a:xfrm>
          <a:prstGeom prst="line">
            <a:avLst/>
          </a:prstGeom>
          <a:ln w="14288">
            <a:solidFill>
              <a:schemeClr val="tx1"/>
            </a:solidFill>
          </a:ln>
        </p:spPr>
      </p:cxnSp>
    </p:spTree>
    <p:extLst>
      <p:ext uri="{BB962C8B-B14F-4D97-AF65-F5344CB8AC3E}">
        <p14:creationId xmlns:p14="http://schemas.microsoft.com/office/powerpoint/2010/main" val="1489274202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9A0F640-801F-5BEA-CD51-0F049BDB0A53}"/>
              </a:ext>
            </a:extLst>
          </p:cNvPr>
          <p:cNvSpPr/>
          <p:nvPr userDrawn="1"/>
        </p:nvSpPr>
        <p:spPr>
          <a:xfrm>
            <a:off x="-1179587" y="384909"/>
            <a:ext cx="982638" cy="1014697"/>
          </a:xfrm>
          <a:prstGeom prst="rect">
            <a:avLst/>
          </a:prstGeom>
          <a:solidFill>
            <a:srgbClr val="E896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CAAA40-F6AE-FBEA-DDFE-8C3A2A6739E6}"/>
              </a:ext>
            </a:extLst>
          </p:cNvPr>
          <p:cNvSpPr/>
          <p:nvPr userDrawn="1"/>
        </p:nvSpPr>
        <p:spPr>
          <a:xfrm>
            <a:off x="-1179587" y="1399606"/>
            <a:ext cx="982638" cy="1014697"/>
          </a:xfrm>
          <a:prstGeom prst="rect">
            <a:avLst/>
          </a:prstGeom>
          <a:solidFill>
            <a:srgbClr val="F3C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956AC9-B552-090D-253D-200287BF148E}"/>
              </a:ext>
            </a:extLst>
          </p:cNvPr>
          <p:cNvSpPr/>
          <p:nvPr userDrawn="1"/>
        </p:nvSpPr>
        <p:spPr>
          <a:xfrm>
            <a:off x="-1179587" y="2414303"/>
            <a:ext cx="982638" cy="1014697"/>
          </a:xfrm>
          <a:prstGeom prst="rect">
            <a:avLst/>
          </a:prstGeom>
          <a:solidFill>
            <a:srgbClr val="F9A3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CE5E08-FC34-8683-0F8E-D619956A8DFF}"/>
              </a:ext>
            </a:extLst>
          </p:cNvPr>
          <p:cNvSpPr/>
          <p:nvPr userDrawn="1"/>
        </p:nvSpPr>
        <p:spPr>
          <a:xfrm>
            <a:off x="-1179587" y="3429000"/>
            <a:ext cx="982638" cy="101469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Palette Light Grey"/>
          <p:cNvSpPr/>
          <p:nvPr userDrawn="1"/>
        </p:nvSpPr>
        <p:spPr>
          <a:xfrm>
            <a:off x="-1179587" y="4443697"/>
            <a:ext cx="982638" cy="101469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4655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  <p:sldLayoutId id="2147483812" r:id="rId18"/>
    <p:sldLayoutId id="2147483813" r:id="rId19"/>
    <p:sldLayoutId id="2147483814" r:id="rId20"/>
    <p:sldLayoutId id="2147483815" r:id="rId21"/>
    <p:sldLayoutId id="2147483816" r:id="rId22"/>
    <p:sldLayoutId id="2147483817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chart" Target="../charts/chart4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829F7F2-5B2D-1E45-ABBA-E5BA661C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Thesis 1: The Last NovaSeq 6000 Users Are the Costliest to Convert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DFE3F992-679D-D489-CDF4-78F7B25B7F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t>Mgmt and the Street assume the price headwind fades, but the 6000 tail is small, high-priced and volume-inelastic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97E9CA23-E348-7020-2A5D-333F6D459F9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sz="800" i="1"/>
              <a:t>Source(s): Earnings Calls; Conference Transcripts; BB Equity Research; Expert Calls; Core Facility Rate Cards; Team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" y="905256"/>
            <a:ext cx="119329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0" tIns="0" rIns="0" bIns="9144" wrap="square"/>
          <a:lstStyle/>
          <a:p>
            <a:pPr algn="ctr"/>
            <a:r>
              <a:rPr sz="1200" b="1" i="0">
                <a:solidFill>
                  <a:srgbClr val="000000"/>
                </a:solidFill>
                <a:latin typeface="Garamond"/>
              </a:rPr>
              <a:t>Management and the Street Both Bake In a Fading Price Headwind… and Buyside Expectations Assume It Nearly Halves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" y="1225296"/>
            <a:ext cx="2697480" cy="2231136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1150" b="0" i="0">
                <a:solidFill>
                  <a:srgbClr val="000000"/>
                </a:solidFill>
                <a:latin typeface="Garamond"/>
              </a:rPr>
              <a:t>“we expect that the price effect of that transition would continue to reduce over time, </a:t>
            </a:r>
            <a:r>
              <a:rPr sz="1150" b="1" i="0" u="sng">
                <a:solidFill>
                  <a:srgbClr val="E8962E"/>
                </a:solidFill>
                <a:latin typeface="Garamond"/>
              </a:rPr>
              <a:t>should be a lesser impact than ’25</a:t>
            </a:r>
            <a:r>
              <a:rPr sz="1150" b="0" i="0">
                <a:solidFill>
                  <a:srgbClr val="000000"/>
                </a:solidFill>
                <a:latin typeface="Garamond"/>
              </a:rPr>
              <a:t>” – CFO, 1/26 JPM Conference</a:t>
            </a:r>
          </a:p>
          <a:p>
            <a:pPr algn="l"/>
            <a:r>
              <a:rPr sz="1150" b="0" i="0">
                <a:solidFill>
                  <a:srgbClr val="000000"/>
                </a:solidFill>
                <a:latin typeface="Garamond"/>
              </a:rPr>
              <a:t>“…transitioning more and more of the revenue on to the consumables business over to the X platform, </a:t>
            </a:r>
            <a:r>
              <a:rPr sz="1150" b="1" i="0" u="sng">
                <a:solidFill>
                  <a:srgbClr val="E8962E"/>
                </a:solidFill>
                <a:latin typeface="Garamond"/>
              </a:rPr>
              <a:t>the price headwind is getting behind us</a:t>
            </a:r>
            <a:r>
              <a:rPr sz="1150" b="0" i="0">
                <a:solidFill>
                  <a:srgbClr val="000000"/>
                </a:solidFill>
                <a:latin typeface="Garamond"/>
              </a:rPr>
              <a:t>” – CEO, Q1 2026 Earnings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1188720"/>
            <a:ext cx="2606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Buyside-Implied Annual Price/Gb Decline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44368" y="1353312"/>
            <a:ext cx="2606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(RDCF @ 30% Gb Growth)</a:t>
            </a:r>
          </a:p>
        </p:txBody>
      </p:sp>
      <p:graphicFrame>
        <p:nvGraphicFramePr>
          <p:cNvPr id="29" name="Implied_PriceGb_RDCF"/>
          <p:cNvGraphicFramePr>
            <a:graphicFrameLocks noGrp="1"/>
          </p:cNvGraphicFramePr>
          <p:nvPr/>
        </p:nvGraphicFramePr>
        <p:xfrm>
          <a:off x="2944368" y="1536192"/>
          <a:ext cx="2606040" cy="1920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Rectangle 29"/>
          <p:cNvSpPr/>
          <p:nvPr/>
        </p:nvSpPr>
        <p:spPr>
          <a:xfrm>
            <a:off x="4462272" y="1572768"/>
            <a:ext cx="1069848" cy="457200"/>
          </a:xfrm>
          <a:prstGeom prst="rect">
            <a:avLst/>
          </a:prstGeom>
          <a:solidFill>
            <a:srgbClr val="F3C64B">
              <a:alpha val="30000"/>
            </a:srgbClr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1200" b="1" i="0">
                <a:solidFill>
                  <a:srgbClr val="FF0000"/>
                </a:solidFill>
                <a:latin typeface="Garamond"/>
              </a:rPr>
              <a:t>~9pt</a:t>
            </a:r>
          </a:p>
          <a:p>
            <a:pPr algn="l"/>
            <a:r>
              <a:rPr sz="850" b="1" i="0">
                <a:solidFill>
                  <a:srgbClr val="000000"/>
                </a:solidFill>
                <a:latin typeface="Garamond"/>
              </a:rPr>
              <a:t>smaller annual cut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05272" y="1188720"/>
            <a:ext cx="26974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NovaSeq 6000 Share of HT Business (Q2'26)</a:t>
            </a:r>
          </a:p>
        </p:txBody>
      </p:sp>
      <p:graphicFrame>
        <p:nvGraphicFramePr>
          <p:cNvPr id="32" name="NovaSeq6000_Share_Q2_26"/>
          <p:cNvGraphicFramePr>
            <a:graphicFrameLocks noGrp="1"/>
          </p:cNvGraphicFramePr>
          <p:nvPr/>
        </p:nvGraphicFramePr>
        <p:xfrm>
          <a:off x="5605272" y="1335024"/>
          <a:ext cx="2697480" cy="1097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5605272" y="2468880"/>
            <a:ext cx="2697480" cy="98755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850" b="0" i="0">
                <a:solidFill>
                  <a:srgbClr val="000000"/>
                </a:solidFill>
                <a:latin typeface="Garamond"/>
              </a:rPr>
              <a:t>“They have probably 10+ high-throughput Illumina sequencers…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The pricing that the Broad gets to negotiate is insane. I don't want to share those prices because they're utterly insane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, the discounts… </a:t>
            </a:r>
            <a:r>
              <a:rPr sz="850" b="1" i="0" u="sng">
                <a:solidFill>
                  <a:srgbClr val="E8962E"/>
                </a:solidFill>
                <a:latin typeface="Garamond"/>
              </a:rPr>
              <a:t>they are heavily guided by competition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… They give the Broad some crazy pricing.” – Former AD at ILMN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1225296"/>
            <a:ext cx="3630168" cy="1225296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950" b="0" i="0">
                <a:solidFill>
                  <a:srgbClr val="000000"/>
                </a:solidFill>
                <a:latin typeface="Garamond"/>
              </a:rPr>
              <a:t>“All of the major CLIA labs are ILMN users and have transitioned (or are in the process of transitioning) testing to the NovaSeq X… </a:t>
            </a:r>
            <a:r>
              <a:rPr sz="950" b="1" i="0" u="sng">
                <a:solidFill>
                  <a:srgbClr val="E8962E"/>
                </a:solidFill>
                <a:latin typeface="Garamond"/>
              </a:rPr>
              <a:t>with the associated pricing headwinds largely gone exiting this year</a:t>
            </a:r>
            <a:r>
              <a:rPr sz="950" b="0" i="0">
                <a:solidFill>
                  <a:srgbClr val="000000"/>
                </a:solidFill>
                <a:latin typeface="Garamond"/>
              </a:rPr>
              <a:t> (recall, ILMN has consistently seen </a:t>
            </a:r>
            <a:r>
              <a:rPr sz="950" b="1" i="0">
                <a:solidFill>
                  <a:srgbClr val="000000"/>
                </a:solidFill>
                <a:latin typeface="Garamond"/>
              </a:rPr>
              <a:t>underlying consumables volume growth of ≥+30%</a:t>
            </a:r>
            <a:r>
              <a:rPr sz="950" b="0" i="0">
                <a:solidFill>
                  <a:srgbClr val="000000"/>
                </a:solidFill>
                <a:latin typeface="Garamond"/>
              </a:rPr>
              <a:t> using sequencing output in Gb as a proxy).” – JPM Analyst (Upgrade to OW)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551176"/>
            <a:ext cx="3630168" cy="905256"/>
          </a:xfrm>
          <a:prstGeom prst="rect">
            <a:avLst/>
          </a:prstGeom>
          <a:solidFill>
            <a:srgbClr val="3F4971">
              <a:alpha val="25097"/>
            </a:srgbClr>
          </a:solidFill>
          <a:ln w="9525">
            <a:solidFill>
              <a:srgbClr val="00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1000" b="0" i="0">
                <a:solidFill>
                  <a:srgbClr val="000000"/>
                </a:solidFill>
                <a:latin typeface="Garamond"/>
              </a:rPr>
              <a:t>The buyside model needs the implied price/Gb decline to </a:t>
            </a:r>
            <a:r>
              <a:rPr sz="1000" b="1" i="0">
                <a:solidFill>
                  <a:srgbClr val="000000"/>
                </a:solidFill>
                <a:latin typeface="Garamond"/>
              </a:rPr>
              <a:t>narrow from (21.3%) to (12.3%) a year</a:t>
            </a:r>
            <a:r>
              <a:rPr sz="1000" b="0" i="0">
                <a:solidFill>
                  <a:srgbClr val="000000"/>
                </a:solidFill>
                <a:latin typeface="Garamond"/>
              </a:rPr>
              <a:t>, which only works if the </a:t>
            </a:r>
            <a:r>
              <a:rPr sz="1000" b="1" i="0">
                <a:solidFill>
                  <a:srgbClr val="000000"/>
                </a:solidFill>
                <a:latin typeface="Garamond"/>
              </a:rPr>
              <a:t>remaining 6000 volume converts without another large price step-down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" y="3520440"/>
            <a:ext cx="1193292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0" tIns="0" rIns="0" bIns="9144" wrap="square"/>
          <a:lstStyle/>
          <a:p>
            <a:pPr algn="ctr"/>
            <a:r>
              <a:rPr sz="1200" b="1" i="0">
                <a:solidFill>
                  <a:srgbClr val="000000"/>
                </a:solidFill>
                <a:latin typeface="Garamond"/>
              </a:rPr>
              <a:t>…But the Remaining 6000 Tail Runs Small, High-Priced Flow Cells at Labs That Will Not Add Volume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" y="3813048"/>
            <a:ext cx="38404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6000 Revenue/Gb as a Multiple of NovaSeq X Revenue/Gb</a:t>
            </a:r>
          </a:p>
        </p:txBody>
      </p:sp>
      <p:graphicFrame>
        <p:nvGraphicFramePr>
          <p:cNvPr id="38" name="Ratio_6000_vs_X"/>
          <p:cNvGraphicFramePr>
            <a:graphicFrameLocks noGrp="1"/>
          </p:cNvGraphicFramePr>
          <p:nvPr/>
        </p:nvGraphicFramePr>
        <p:xfrm>
          <a:off x="137160" y="3986784"/>
          <a:ext cx="3840480" cy="18288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Rectangle 38"/>
          <p:cNvSpPr/>
          <p:nvPr/>
        </p:nvSpPr>
        <p:spPr>
          <a:xfrm>
            <a:off x="228600" y="5852160"/>
            <a:ext cx="3657600" cy="603504"/>
          </a:xfrm>
          <a:prstGeom prst="rect">
            <a:avLst/>
          </a:prstGeom>
          <a:solidFill>
            <a:srgbClr val="3F4971">
              <a:alpha val="25097"/>
            </a:srgbClr>
          </a:solidFill>
          <a:ln w="9525">
            <a:solidFill>
              <a:srgbClr val="0000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950" b="0" i="0">
                <a:solidFill>
                  <a:srgbClr val="000000"/>
                </a:solidFill>
                <a:latin typeface="Garamond"/>
              </a:rPr>
              <a:t>The 6000 now earns </a:t>
            </a:r>
            <a:r>
              <a:rPr sz="950" b="1" i="0">
                <a:solidFill>
                  <a:srgbClr val="FF0000"/>
                </a:solidFill>
                <a:latin typeface="Garamond"/>
              </a:rPr>
              <a:t>~3.4x</a:t>
            </a:r>
            <a:r>
              <a:rPr sz="950" b="0" i="0">
                <a:solidFill>
                  <a:srgbClr val="000000"/>
                </a:solidFill>
                <a:latin typeface="Garamond"/>
              </a:rPr>
              <a:t> the X per Gb, up from ~2.2x in 2024: </a:t>
            </a:r>
            <a:r>
              <a:rPr sz="950" b="1" i="0">
                <a:solidFill>
                  <a:srgbClr val="000000"/>
                </a:solidFill>
                <a:latin typeface="Garamond"/>
              </a:rPr>
              <a:t>the tail left behind is the most expensive end of the fleet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813048"/>
            <a:ext cx="38862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/>
            <a:r>
              <a:rPr sz="1000" b="0" i="1">
                <a:solidFill>
                  <a:srgbClr val="000000"/>
                </a:solidFill>
                <a:latin typeface="Garamond"/>
              </a:rPr>
              <a:t>Core-Facility $/Gb as a Multiple of the NovaSeq X 25B (Same Cores)</a:t>
            </a:r>
          </a:p>
        </p:txBody>
      </p:sp>
      <p:graphicFrame>
        <p:nvGraphicFramePr>
          <p:cNvPr id="41" name="FlowCell_Multiple_of_25B"/>
          <p:cNvGraphicFramePr>
            <a:graphicFrameLocks noGrp="1"/>
          </p:cNvGraphicFramePr>
          <p:nvPr/>
        </p:nvGraphicFramePr>
        <p:xfrm>
          <a:off x="4114800" y="4023360"/>
          <a:ext cx="3886200" cy="1938528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2" name="Rectangle 41"/>
          <p:cNvSpPr/>
          <p:nvPr/>
        </p:nvSpPr>
        <p:spPr>
          <a:xfrm>
            <a:off x="4206240" y="5943600"/>
            <a:ext cx="21488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/>
            <a:r>
              <a:rPr sz="950" b="1" i="0">
                <a:solidFill>
                  <a:srgbClr val="E8962E"/>
                </a:solidFill>
                <a:latin typeface="Garamond"/>
              </a:rPr>
              <a:t>NovaSeq 6000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943600"/>
            <a:ext cx="15544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/>
          <a:lstStyle/>
          <a:p>
            <a:pPr algn="ctr"/>
            <a:r>
              <a:rPr sz="950" b="1" i="0">
                <a:solidFill>
                  <a:srgbClr val="BF8F00"/>
                </a:solidFill>
                <a:latin typeface="Garamond"/>
              </a:rPr>
              <a:t>NovaSeq X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51960" y="5943600"/>
            <a:ext cx="2057400" cy="0"/>
          </a:xfrm>
          <a:prstGeom prst="line">
            <a:avLst/>
          </a:prstGeom>
          <a:ln w="15875">
            <a:solidFill>
              <a:srgbClr val="E89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46520" y="5943600"/>
            <a:ext cx="1463040" cy="0"/>
          </a:xfrm>
          <a:prstGeom prst="line">
            <a:avLst/>
          </a:prstGeom>
          <a:ln w="15875">
            <a:solidFill>
              <a:srgbClr val="F3C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349240" y="4160520"/>
            <a:ext cx="2606040" cy="457200"/>
          </a:xfrm>
          <a:prstGeom prst="rect">
            <a:avLst/>
          </a:prstGeom>
          <a:solidFill>
            <a:srgbClr val="F3C64B">
              <a:alpha val="30000"/>
            </a:srgbClr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900" b="0" i="0">
                <a:solidFill>
                  <a:srgbClr val="000000"/>
                </a:solidFill>
                <a:latin typeface="Garamond"/>
              </a:rPr>
              <a:t>Moving an SP/S1/S2 user to the 25B is a </a:t>
            </a:r>
            <a:r>
              <a:rPr sz="1000" b="1" i="0">
                <a:solidFill>
                  <a:srgbClr val="FF0000"/>
                </a:solidFill>
                <a:latin typeface="Garamond"/>
              </a:rPr>
              <a:t>3.8x‑7.0x</a:t>
            </a:r>
            <a:r>
              <a:rPr sz="900" b="0" i="0">
                <a:solidFill>
                  <a:srgbClr val="000000"/>
                </a:solidFill>
                <a:latin typeface="Garamond"/>
              </a:rPr>
              <a:t> price cut per Gb vs. 2.1x for an S4 user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6153912"/>
            <a:ext cx="388620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tIns="0" rIns="18288" bIns="0" wrap="square"/>
          <a:lstStyle/>
          <a:p>
            <a:pPr algn="ctr"/>
            <a:r>
              <a:rPr sz="750" b="0" i="1">
                <a:solidFill>
                  <a:srgbClr val="000000"/>
                </a:solidFill>
                <a:latin typeface="Garamond"/>
              </a:rPr>
              <a:t>Median same-core ratio of each flow cell's $/Gb to the 25B; internal 2x150 core rates, Oct 2026 (12, 10, 10, 13, 21 and 35 cores)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822191"/>
            <a:ext cx="3904487" cy="310896"/>
          </a:xfrm>
          <a:prstGeom prst="rect">
            <a:avLst/>
          </a:prstGeom>
          <a:solidFill>
            <a:srgbClr val="F3C64B">
              <a:alpha val="30000"/>
            </a:srgbClr>
          </a:solidFill>
          <a:ln w="19050">
            <a:solidFill>
              <a:srgbClr val="E89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/>
          <a:lstStyle/>
          <a:p>
            <a:pPr algn="ctr"/>
            <a:r>
              <a:rPr sz="1250" b="1" i="0">
                <a:solidFill>
                  <a:srgbClr val="000000"/>
                </a:solidFill>
                <a:latin typeface="Garamond"/>
              </a:rPr>
              <a:t>These Smaller 6000 Customers Are Volume-Inelastic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4206240"/>
            <a:ext cx="3904487" cy="71323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850" b="0" i="0">
                <a:solidFill>
                  <a:srgbClr val="000000"/>
                </a:solidFill>
                <a:latin typeface="Garamond"/>
              </a:rPr>
              <a:t>“</a:t>
            </a:r>
            <a:r>
              <a:rPr sz="850" b="1" i="0" u="sng">
                <a:solidFill>
                  <a:srgbClr val="E8962E"/>
                </a:solidFill>
                <a:latin typeface="Garamond"/>
              </a:rPr>
              <a:t>They don't have the volume. It makes sense for them to stay under 6000.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 They have good reimbursements level… it doesn't make sense for them to make the investment to go over to the X… So that's a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smaller cohort of customers, at least volume-wise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 that is staying there.” – CEO, 11/25 Wolfe Conference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4983480"/>
            <a:ext cx="3904487" cy="71323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850" b="0" i="0">
                <a:solidFill>
                  <a:srgbClr val="000000"/>
                </a:solidFill>
                <a:latin typeface="Garamond"/>
              </a:rPr>
              <a:t>“Customers were still sequencing more, but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the price drops were so aggressive that it didn't quite make up for it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… maybe </a:t>
            </a:r>
            <a:r>
              <a:rPr sz="850" b="1" i="0" u="sng">
                <a:solidFill>
                  <a:srgbClr val="E8962E"/>
                </a:solidFill>
                <a:latin typeface="Garamond"/>
              </a:rPr>
              <a:t>the price would drop by half, but they would only increase their sequencing by about 25%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.” – Former AD, Product Mgmt at ILMN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5760720"/>
            <a:ext cx="3904487" cy="713232"/>
          </a:xfrm>
          <a:prstGeom prst="roundRect">
            <a:avLst>
              <a:gd name="adj" fmla="val 8925"/>
            </a:avLst>
          </a:prstGeom>
          <a:solidFill>
            <a:srgbClr val="F2F2F2"/>
          </a:solidFill>
          <a:ln w="9525">
            <a:solidFill>
              <a:srgbClr val="E896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tIns="36576" rIns="64008" bIns="36576" wrap="square"/>
          <a:lstStyle/>
          <a:p>
            <a:pPr algn="l"/>
            <a:r>
              <a:rPr sz="850" b="1" i="0" u="sng">
                <a:solidFill>
                  <a:srgbClr val="E8962E"/>
                </a:solidFill>
                <a:latin typeface="Garamond"/>
              </a:rPr>
              <a:t>“We did sequence everything in the freezer. There's nothing left.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 Let's sequence more clinical samples.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There aren't that many clinical samples coming in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… They come in when a patient shows up and </a:t>
            </a:r>
            <a:r>
              <a:rPr sz="850" b="1" i="0">
                <a:solidFill>
                  <a:srgbClr val="000000"/>
                </a:solidFill>
                <a:latin typeface="Garamond"/>
              </a:rPr>
              <a:t>most patients don't get tested because they don't get reimbursed</a:t>
            </a:r>
            <a:r>
              <a:rPr sz="850" b="0" i="0">
                <a:solidFill>
                  <a:srgbClr val="000000"/>
                </a:solidFill>
                <a:latin typeface="Garamond"/>
              </a:rPr>
              <a:t>” – Former AD, Precision Health at ILMN</a:t>
            </a:r>
          </a:p>
        </p:txBody>
      </p:sp>
    </p:spTree>
    <p:extLst>
      <p:ext uri="{BB962C8B-B14F-4D97-AF65-F5344CB8AC3E}">
        <p14:creationId xmlns:p14="http://schemas.microsoft.com/office/powerpoint/2010/main" val="22062109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 [1791849113486]">
  <a:themeElements>
    <a:clrScheme name="Illum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E8962E"/>
      </a:accent1>
      <a:accent2>
        <a:srgbClr val="F3C64B"/>
      </a:accent2>
      <a:accent3>
        <a:srgbClr val="F9A31E"/>
      </a:accent3>
      <a:accent4>
        <a:srgbClr val="666666"/>
      </a:accent4>
      <a:accent5>
        <a:srgbClr val="BFBFBF"/>
      </a:accent5>
      <a:accent6>
        <a:srgbClr val="404040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1E1491C-66FD-44DA-8F50-D643D0B961C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47c571c-c9a8-4d2e-add9-2ad1273397b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B087330-6F63-4290-A252-40EDDE48B02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f4125c1-d380-4c36-9a93-6e88289b5411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D6CE5DCFBA045AEE6755703528A0A" ma:contentTypeVersion="9" ma:contentTypeDescription="Create a new document." ma:contentTypeScope="" ma:versionID="d6e13d590a8666f5d7ae7bd45346bee6">
  <xsd:schema xmlns:xsd="http://www.w3.org/2001/XMLSchema" xmlns:xs="http://www.w3.org/2001/XMLSchema" xmlns:p="http://schemas.microsoft.com/office/2006/metadata/properties" xmlns:ns3="db3a5f09-9b16-4379-bb37-043a01b656e0" targetNamespace="http://schemas.microsoft.com/office/2006/metadata/properties" ma:root="true" ma:fieldsID="6fa1de027a1426386fbb665f50ea425b" ns3:_="">
    <xsd:import namespace="db3a5f09-9b16-4379-bb37-043a01b656e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a5f09-9b16-4379-bb37-043a01b656e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3a5f09-9b16-4379-bb37-043a01b656e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85F6A7-1BA4-4ECC-904C-89273461BE09}">
  <ds:schemaRefs>
    <ds:schemaRef ds:uri="db3a5f09-9b16-4379-bb37-043a01b656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3F4703-53DE-48A3-BDC9-3D0634BB3F30}">
  <ds:schemaRefs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db3a5f09-9b16-4379-bb37-043a01b656e0"/>
  </ds:schemaRefs>
</ds:datastoreItem>
</file>

<file path=customXml/itemProps3.xml><?xml version="1.0" encoding="utf-8"?>
<ds:datastoreItem xmlns:ds="http://schemas.openxmlformats.org/officeDocument/2006/customXml" ds:itemID="{26B22368-DC75-46AA-B3F0-F0FE0F313E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1343</TotalTime>
  <Words>996</Words>
  <Application>Microsoft Office PowerPoint</Application>
  <PresentationFormat>Widescreen</PresentationFormat>
  <Paragraphs>60</Paragraphs>
  <Slides>11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Garamond</vt:lpstr>
      <vt:lpstr>Custom Design [1791849113486]</vt:lpstr>
      <vt:lpstr>Worksheet</vt:lpstr>
      <vt:lpstr>PowerPoint Presentation</vt:lpstr>
      <vt:lpstr>Opportunity Setup</vt:lpstr>
      <vt:lpstr>Opportunity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White, Jackson H</dc:creator>
  <cp:lastModifiedBy>Palazzolo, Justin J</cp:lastModifiedBy>
  <cp:revision>4</cp:revision>
  <dcterms:created xsi:type="dcterms:W3CDTF">2026-06-14T02:05:01Z</dcterms:created>
  <dcterms:modified xsi:type="dcterms:W3CDTF">2026-10-15T02:36:45Z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0x0101005FBD6CE5DCFBA045AEE6755703528A0A</vt:lpwstr>
  </property>
</Properties>
</file>