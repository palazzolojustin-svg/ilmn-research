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4"/>
  </p:sldMasterIdLst>
  <p:notesMasterIdLst>
    <p:notesMasterId r:id="rId6"/>
  </p:notesMasterIdLst>
  <p:sldIdLst>
    <p:sldId id="3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EA3EA7-9A52-2D24-9141-8138F060C411}" name="White, Jackson H" initials="WJ" userId="S::jhw2723@eid.utexas.edu::e0c2e49a-3a56-4278-b571-ec246a45af98" providerId="AD"/>
  <p188:author id="{221492CA-A8F5-2448-63EF-C4B22FFB3958}" name="Ilyas, Maimuna" initials="IM" userId="S::mi6364@eid.utexas.edu::e010f011-f0d8-4cb1-93ce-2d425a4087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962E"/>
    <a:srgbClr val="F3C64B"/>
    <a:srgbClr val="666666"/>
    <a:srgbClr val="FFFFFF"/>
    <a:srgbClr val="006554"/>
    <a:srgbClr val="94C9BE"/>
    <a:srgbClr val="007E63"/>
    <a:srgbClr val="3F4971"/>
    <a:srgbClr val="E2E4EE"/>
    <a:srgbClr val="006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9990E-F84B-48E1-969B-E04B77989FF3}" v="123" dt="2026-10-15T02:15:12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Palazzolo" userId="ec57dbfba1bbe215" providerId="LiveId" clId="{2AA4013B-C086-4E30-A31A-0529C3D46234}"/>
    <pc:docChg chg="modSld">
      <pc:chgData name="Justin Palazzolo" userId="ec57dbfba1bbe215" providerId="LiveId" clId="{2AA4013B-C086-4E30-A31A-0529C3D46234}" dt="2026-10-15T03:24:01.435" v="24" actId="1037"/>
      <pc:docMkLst>
        <pc:docMk/>
      </pc:docMkLst>
      <pc:sldChg chg="modSp mod">
        <pc:chgData name="Justin Palazzolo" userId="ec57dbfba1bbe215" providerId="LiveId" clId="{2AA4013B-C086-4E30-A31A-0529C3D46234}" dt="2026-10-15T03:24:01.435" v="24" actId="1037"/>
        <pc:sldMkLst>
          <pc:docMk/>
          <pc:sldMk cId="2206210946" sldId="371"/>
        </pc:sldMkLst>
        <pc:spChg chg="mod">
          <ac:chgData name="Justin Palazzolo" userId="ec57dbfba1bbe215" providerId="LiveId" clId="{2AA4013B-C086-4E30-A31A-0529C3D46234}" dt="2026-10-15T03:24:01.435" v="24" actId="1037"/>
          <ac:spMkLst>
            <pc:docMk/>
            <pc:sldMk cId="2206210946" sldId="371"/>
            <ac:spMk id="30" creationId="{00000000-0000-0000-0000-000000000000}"/>
          </ac:spMkLst>
        </pc:spChg>
      </pc:sldChg>
    </pc:docChg>
  </pc:docChgLst>
  <pc:docChgLst>
    <pc:chgData name="Palazzolo, Justin J" userId="0857b357-fe53-4be7-beaf-e3dc29eff233" providerId="ADAL" clId="{2AA4013B-C086-4E30-A31A-0529C3D46234}"/>
    <pc:docChg chg="undo custSel addSld delSld modSld sldOrd addMainMaster delMainMaster">
      <pc:chgData name="Palazzolo, Justin J" userId="0857b357-fe53-4be7-beaf-e3dc29eff233" providerId="ADAL" clId="{2AA4013B-C086-4E30-A31A-0529C3D46234}" dt="2026-10-15T02:36:42.799" v="5324" actId="20577"/>
      <pc:docMkLst>
        <pc:docMk/>
      </pc:docMkLst>
      <pc:sldChg chg="addSp modSp mod ord modClrScheme chgLayout">
        <pc:chgData name="Palazzolo, Justin J" userId="0857b357-fe53-4be7-beaf-e3dc29eff233" providerId="ADAL" clId="{2AA4013B-C086-4E30-A31A-0529C3D46234}" dt="2026-10-15T02:36:42.799" v="5324" actId="20577"/>
        <pc:sldMkLst>
          <pc:docMk/>
          <pc:sldMk cId="2206210946" sldId="371"/>
        </pc:sldMkLst>
        <pc:spChg chg="add mod">
          <ac:chgData name="Palazzolo, Justin J" userId="0857b357-fe53-4be7-beaf-e3dc29eff233" providerId="ADAL" clId="{2AA4013B-C086-4E30-A31A-0529C3D46234}" dt="2026-10-15T02:24:11.604" v="4833" actId="20577"/>
          <ac:spMkLst>
            <pc:docMk/>
            <pc:sldMk cId="2206210946" sldId="371"/>
            <ac:spMk id="3" creationId="{554BBF11-82A6-678E-594A-7726A91F6CDC}"/>
          </ac:spMkLst>
        </pc:spChg>
        <pc:spChg chg="add mod">
          <ac:chgData name="Palazzolo, Justin J" userId="0857b357-fe53-4be7-beaf-e3dc29eff233" providerId="ADAL" clId="{2AA4013B-C086-4E30-A31A-0529C3D46234}" dt="2026-10-15T02:36:42.799" v="5324" actId="20577"/>
          <ac:spMkLst>
            <pc:docMk/>
            <pc:sldMk cId="2206210946" sldId="371"/>
            <ac:spMk id="5" creationId="{75F79090-A0E4-3E9F-90EF-7B7D5C20A183}"/>
          </ac:spMkLst>
        </pc:spChg>
        <pc:spChg chg="mod ord">
          <ac:chgData name="Palazzolo, Justin J" userId="0857b357-fe53-4be7-beaf-e3dc29eff233" providerId="ADAL" clId="{2AA4013B-C086-4E30-A31A-0529C3D46234}" dt="2026-10-12T23:51:53.961" v="7"/>
          <ac:spMkLst>
            <pc:docMk/>
            <pc:sldMk cId="2206210946" sldId="371"/>
            <ac:spMk id="17" creationId="{A829F7F2-5B2D-1E45-ABBA-E5BA661C9F3B}"/>
          </ac:spMkLst>
        </pc:spChg>
        <pc:spChg chg="mod ord">
          <ac:chgData name="Palazzolo, Justin J" userId="0857b357-fe53-4be7-beaf-e3dc29eff233" providerId="ADAL" clId="{2AA4013B-C086-4E30-A31A-0529C3D46234}" dt="2026-10-12T23:51:53.961" v="7"/>
          <ac:spMkLst>
            <pc:docMk/>
            <pc:sldMk cId="2206210946" sldId="371"/>
            <ac:spMk id="22" creationId="{DFE3F992-679D-D489-CDF4-78F7B25B7F7F}"/>
          </ac:spMkLst>
        </pc:spChg>
        <pc:spChg chg="mod ord">
          <ac:chgData name="Palazzolo, Justin J" userId="0857b357-fe53-4be7-beaf-e3dc29eff233" providerId="ADAL" clId="{2AA4013B-C086-4E30-A31A-0529C3D46234}" dt="2026-10-12T23:51:53.961" v="7"/>
          <ac:spMkLst>
            <pc:docMk/>
            <pc:sldMk cId="2206210946" sldId="371"/>
            <ac:spMk id="24" creationId="{97E9CA23-E348-7020-2A5D-333F6D459F9F}"/>
          </ac:spMkLst>
        </pc:spChg>
        <pc:picChg chg="add">
          <ac:chgData name="Palazzolo, Justin J" userId="0857b357-fe53-4be7-beaf-e3dc29eff233" providerId="ADAL" clId="{2AA4013B-C086-4E30-A31A-0529C3D46234}" dt="2026-10-15T02:20:15.621" v="4694" actId="22"/>
          <ac:picMkLst>
            <pc:docMk/>
            <pc:sldMk cId="2206210946" sldId="371"/>
            <ac:picMk id="7" creationId="{F5AA053F-9C72-2CDC-DD9A-C18390AD6AE3}"/>
          </ac:picMkLst>
        </pc:picChg>
      </pc:sldChg>
      <pc:sldChg chg="addSp modSp mod ord modClrScheme chgLayout">
        <pc:chgData name="Palazzolo, Justin J" userId="0857b357-fe53-4be7-beaf-e3dc29eff233" providerId="ADAL" clId="{2AA4013B-C086-4E30-A31A-0529C3D46234}" dt="2026-10-15T01:42:20.614" v="3790" actId="20577"/>
        <pc:sldMkLst>
          <pc:docMk/>
          <pc:sldMk cId="1750573177" sldId="377"/>
        </pc:sldMkLst>
        <pc:spChg chg="add mod">
          <ac:chgData name="Palazzolo, Justin J" userId="0857b357-fe53-4be7-beaf-e3dc29eff233" providerId="ADAL" clId="{2AA4013B-C086-4E30-A31A-0529C3D46234}" dt="2026-10-15T01:42:20.614" v="3790" actId="20577"/>
          <ac:spMkLst>
            <pc:docMk/>
            <pc:sldMk cId="1750573177" sldId="377"/>
            <ac:spMk id="2" creationId="{E55A7DB4-F4A3-737F-B4E3-9BB199F80BDA}"/>
          </ac:spMkLst>
        </pc:spChg>
      </pc:sldChg>
      <pc:sldChg chg="modSp add mod">
        <pc:chgData name="Palazzolo, Justin J" userId="0857b357-fe53-4be7-beaf-e3dc29eff233" providerId="ADAL" clId="{2AA4013B-C086-4E30-A31A-0529C3D46234}" dt="2026-10-15T02:16:36.541" v="4463" actId="114"/>
        <pc:sldMkLst>
          <pc:docMk/>
          <pc:sldMk cId="4081468031" sldId="419"/>
        </pc:sldMkLst>
        <pc:spChg chg="mod">
          <ac:chgData name="Palazzolo, Justin J" userId="0857b357-fe53-4be7-beaf-e3dc29eff233" providerId="ADAL" clId="{2AA4013B-C086-4E30-A31A-0529C3D46234}" dt="2026-10-15T02:16:36.541" v="4463" actId="114"/>
          <ac:spMkLst>
            <pc:docMk/>
            <pc:sldMk cId="4081468031" sldId="419"/>
            <ac:spMk id="8" creationId="{95AAF520-F5AB-6AFF-8818-9DA3A6B5B4B1}"/>
          </ac:spMkLst>
        </pc:spChg>
      </pc:sldChg>
      <pc:sldChg chg="addSp delSp modSp add del mod">
        <pc:chgData name="Palazzolo, Justin J" userId="0857b357-fe53-4be7-beaf-e3dc29eff233" providerId="ADAL" clId="{2AA4013B-C086-4E30-A31A-0529C3D46234}" dt="2026-10-15T01:53:22.533" v="3935"/>
        <pc:sldMkLst>
          <pc:docMk/>
          <pc:sldMk cId="417089048" sldId="437"/>
        </pc:sldMkLst>
        <pc:spChg chg="del">
          <ac:chgData name="Palazzolo, Justin J" userId="0857b357-fe53-4be7-beaf-e3dc29eff233" providerId="ADAL" clId="{2AA4013B-C086-4E30-A31A-0529C3D46234}" dt="2026-10-15T01:35:54.901" v="3654"/>
          <ac:spMkLst>
            <pc:docMk/>
            <pc:sldMk cId="417089048" sldId="437"/>
            <ac:spMk id="3" creationId="{B3D75F22-CA28-8C6A-19BB-A8463FA42180}"/>
          </ac:spMkLst>
        </pc:spChg>
        <pc:spChg chg="del mod">
          <ac:chgData name="Palazzolo, Justin J" userId="0857b357-fe53-4be7-beaf-e3dc29eff233" providerId="ADAL" clId="{2AA4013B-C086-4E30-A31A-0529C3D46234}" dt="2026-10-15T01:35:54.212" v="3653" actId="478"/>
          <ac:spMkLst>
            <pc:docMk/>
            <pc:sldMk cId="417089048" sldId="437"/>
            <ac:spMk id="5" creationId="{F4235A9B-0CB9-09F7-ECC3-87FCEF0613E2}"/>
          </ac:spMkLst>
        </pc:spChg>
        <pc:spChg chg="add del">
          <ac:chgData name="Palazzolo, Justin J" userId="0857b357-fe53-4be7-beaf-e3dc29eff233" providerId="ADAL" clId="{2AA4013B-C086-4E30-A31A-0529C3D46234}" dt="2026-10-15T01:46:07.377" v="3811" actId="478"/>
          <ac:spMkLst>
            <pc:docMk/>
            <pc:sldMk cId="417089048" sldId="437"/>
            <ac:spMk id="7" creationId="{94D655DE-615B-E673-7F76-07834618BD53}"/>
          </ac:spMkLst>
        </pc:spChg>
        <pc:spChg chg="add del">
          <ac:chgData name="Palazzolo, Justin J" userId="0857b357-fe53-4be7-beaf-e3dc29eff233" providerId="ADAL" clId="{2AA4013B-C086-4E30-A31A-0529C3D46234}" dt="2026-10-15T01:46:04.392" v="3803" actId="478"/>
          <ac:spMkLst>
            <pc:docMk/>
            <pc:sldMk cId="417089048" sldId="437"/>
            <ac:spMk id="15" creationId="{27B1E99C-1155-9CCD-9FC3-3B3DEAD51078}"/>
          </ac:spMkLst>
        </pc:spChg>
        <pc:spChg chg="add del">
          <ac:chgData name="Palazzolo, Justin J" userId="0857b357-fe53-4be7-beaf-e3dc29eff233" providerId="ADAL" clId="{2AA4013B-C086-4E30-A31A-0529C3D46234}" dt="2026-10-15T01:46:06.244" v="3808" actId="478"/>
          <ac:spMkLst>
            <pc:docMk/>
            <pc:sldMk cId="417089048" sldId="437"/>
            <ac:spMk id="16" creationId="{CC2EE8E2-FD7D-F065-E7EC-1694CBBB1BA8}"/>
          </ac:spMkLst>
        </pc:spChg>
        <pc:spChg chg="add del">
          <ac:chgData name="Palazzolo, Justin J" userId="0857b357-fe53-4be7-beaf-e3dc29eff233" providerId="ADAL" clId="{2AA4013B-C086-4E30-A31A-0529C3D46234}" dt="2026-10-15T01:46:05.819" v="3807" actId="478"/>
          <ac:spMkLst>
            <pc:docMk/>
            <pc:sldMk cId="417089048" sldId="437"/>
            <ac:spMk id="18" creationId="{B0C76965-B8AE-BABC-78E3-A3FBD84C0ABC}"/>
          </ac:spMkLst>
        </pc:spChg>
        <pc:spChg chg="add del">
          <ac:chgData name="Palazzolo, Justin J" userId="0857b357-fe53-4be7-beaf-e3dc29eff233" providerId="ADAL" clId="{2AA4013B-C086-4E30-A31A-0529C3D46234}" dt="2026-10-15T01:46:04.930" v="3804" actId="478"/>
          <ac:spMkLst>
            <pc:docMk/>
            <pc:sldMk cId="417089048" sldId="437"/>
            <ac:spMk id="19" creationId="{6F707C46-2A70-4C64-22E7-74FB0BF53D91}"/>
          </ac:spMkLst>
        </pc:spChg>
        <pc:spChg chg="add del">
          <ac:chgData name="Palazzolo, Justin J" userId="0857b357-fe53-4be7-beaf-e3dc29eff233" providerId="ADAL" clId="{2AA4013B-C086-4E30-A31A-0529C3D46234}" dt="2026-10-15T01:46:05.258" v="3805" actId="478"/>
          <ac:spMkLst>
            <pc:docMk/>
            <pc:sldMk cId="417089048" sldId="437"/>
            <ac:spMk id="24" creationId="{00000000-0000-0000-0000-000000000000}"/>
          </ac:spMkLst>
        </pc:spChg>
        <pc:spChg chg="add del mod">
          <ac:chgData name="Palazzolo, Justin J" userId="0857b357-fe53-4be7-beaf-e3dc29eff233" providerId="ADAL" clId="{2AA4013B-C086-4E30-A31A-0529C3D46234}" dt="2026-10-15T01:48:47.606" v="3911"/>
          <ac:spMkLst>
            <pc:docMk/>
            <pc:sldMk cId="417089048" sldId="437"/>
            <ac:spMk id="25" creationId="{9316E402-C131-F8F4-946C-B88151829B37}"/>
          </ac:spMkLst>
        </pc:spChg>
        <pc:spChg chg="add mod">
          <ac:chgData name="Palazzolo, Justin J" userId="0857b357-fe53-4be7-beaf-e3dc29eff233" providerId="ADAL" clId="{2AA4013B-C086-4E30-A31A-0529C3D46234}" dt="2026-10-15T01:49:01.537" v="3916" actId="478"/>
          <ac:spMkLst>
            <pc:docMk/>
            <pc:sldMk cId="417089048" sldId="437"/>
            <ac:spMk id="28" creationId="{B23E7825-08F3-A996-EC59-112629234D56}"/>
          </ac:spMkLst>
        </pc:spChg>
        <pc:spChg chg="add mod">
          <ac:chgData name="Palazzolo, Justin J" userId="0857b357-fe53-4be7-beaf-e3dc29eff233" providerId="ADAL" clId="{2AA4013B-C086-4E30-A31A-0529C3D46234}" dt="2026-10-15T01:52:08.599" v="3931" actId="14100"/>
          <ac:spMkLst>
            <pc:docMk/>
            <pc:sldMk cId="417089048" sldId="437"/>
            <ac:spMk id="34" creationId="{ABF9B6F0-9AEA-75FF-0446-9FA6BCBCDD26}"/>
          </ac:spMkLst>
        </pc:spChg>
        <pc:grpChg chg="add del">
          <ac:chgData name="Palazzolo, Justin J" userId="0857b357-fe53-4be7-beaf-e3dc29eff233" providerId="ADAL" clId="{2AA4013B-C086-4E30-A31A-0529C3D46234}" dt="2026-10-15T01:46:07.020" v="3810" actId="478"/>
          <ac:grpSpMkLst>
            <pc:docMk/>
            <pc:sldMk cId="417089048" sldId="437"/>
            <ac:grpSpMk id="6" creationId="{CBFDFC5F-05A0-4C7D-32F1-68679B11B5A7}"/>
          </ac:grpSpMkLst>
        </pc:grpChg>
        <pc:grpChg chg="add del">
          <ac:chgData name="Palazzolo, Justin J" userId="0857b357-fe53-4be7-beaf-e3dc29eff233" providerId="ADAL" clId="{2AA4013B-C086-4E30-A31A-0529C3D46234}" dt="2026-10-15T01:46:06.615" v="3809" actId="478"/>
          <ac:grpSpMkLst>
            <pc:docMk/>
            <pc:sldMk cId="417089048" sldId="437"/>
            <ac:grpSpMk id="14" creationId="{3FB1052E-7C46-F65E-B4A2-DF4640ACBF79}"/>
          </ac:grpSpMkLst>
        </pc:grpChg>
        <pc:graphicFrameChg chg="add del mod">
          <ac:chgData name="Palazzolo, Justin J" userId="0857b357-fe53-4be7-beaf-e3dc29eff233" providerId="ADAL" clId="{2AA4013B-C086-4E30-A31A-0529C3D46234}" dt="2026-10-15T01:36:01.490" v="3656" actId="478"/>
          <ac:graphicFrameMkLst>
            <pc:docMk/>
            <pc:sldMk cId="417089048" sldId="437"/>
            <ac:graphicFrameMk id="9" creationId="{7E816856-5F93-16E3-A4F6-7745611B694B}"/>
          </ac:graphicFrameMkLst>
        </pc:graphicFrameChg>
        <pc:graphicFrameChg chg="add del">
          <ac:chgData name="Palazzolo, Justin J" userId="0857b357-fe53-4be7-beaf-e3dc29eff233" providerId="ADAL" clId="{2AA4013B-C086-4E30-A31A-0529C3D46234}" dt="2026-10-15T01:46:08.049" v="3812" actId="478"/>
          <ac:graphicFrameMkLst>
            <pc:docMk/>
            <pc:sldMk cId="417089048" sldId="437"/>
            <ac:graphicFrameMk id="10" creationId="{8504BDE7-D84C-C33F-6EFB-3A83C767AF87}"/>
          </ac:graphicFrameMkLst>
        </pc:graphicFrameChg>
        <pc:graphicFrameChg chg="add del mod">
          <ac:chgData name="Palazzolo, Justin J" userId="0857b357-fe53-4be7-beaf-e3dc29eff233" providerId="ADAL" clId="{2AA4013B-C086-4E30-A31A-0529C3D46234}" dt="2026-10-15T01:46:05.550" v="3806" actId="478"/>
          <ac:graphicFrameMkLst>
            <pc:docMk/>
            <pc:sldMk cId="417089048" sldId="437"/>
            <ac:graphicFrameMk id="23" creationId="{00000000-0000-0000-0000-000000000000}"/>
          </ac:graphicFrameMkLst>
        </pc:graphicFrameChg>
        <pc:graphicFrameChg chg="add del mod modGraphic">
          <ac:chgData name="Palazzolo, Justin J" userId="0857b357-fe53-4be7-beaf-e3dc29eff233" providerId="ADAL" clId="{2AA4013B-C086-4E30-A31A-0529C3D46234}" dt="2026-10-15T01:49:01.537" v="3916" actId="478"/>
          <ac:graphicFrameMkLst>
            <pc:docMk/>
            <pc:sldMk cId="417089048" sldId="437"/>
            <ac:graphicFrameMk id="26" creationId="{5EF0B031-66AC-6311-D5B1-310B2D026A78}"/>
          </ac:graphicFrameMkLst>
        </pc:graphicFrameChg>
        <pc:graphicFrameChg chg="add mod">
          <ac:chgData name="Palazzolo, Justin J" userId="0857b357-fe53-4be7-beaf-e3dc29eff233" providerId="ADAL" clId="{2AA4013B-C086-4E30-A31A-0529C3D46234}" dt="2026-10-15T01:52:21.145" v="3933"/>
          <ac:graphicFrameMkLst>
            <pc:docMk/>
            <pc:sldMk cId="417089048" sldId="437"/>
            <ac:graphicFrameMk id="29" creationId="{781C0FAD-9BB7-4B89-053B-9E44F4BEA921}"/>
          </ac:graphicFrameMkLst>
        </pc:graphicFrameChg>
        <pc:cxnChg chg="add mod">
          <ac:chgData name="Palazzolo, Justin J" userId="0857b357-fe53-4be7-beaf-e3dc29eff233" providerId="ADAL" clId="{2AA4013B-C086-4E30-A31A-0529C3D46234}" dt="2026-10-15T01:51:40.212" v="3926" actId="14100"/>
          <ac:cxnSpMkLst>
            <pc:docMk/>
            <pc:sldMk cId="417089048" sldId="437"/>
            <ac:cxnSpMk id="30" creationId="{21244B44-B4BC-8DD5-EEDB-D2704896EE8B}"/>
          </ac:cxnSpMkLst>
        </pc:cxnChg>
      </pc:sldChg>
      <pc:sldChg chg="add del setBg">
        <pc:chgData name="Palazzolo, Justin J" userId="0857b357-fe53-4be7-beaf-e3dc29eff233" providerId="ADAL" clId="{2AA4013B-C086-4E30-A31A-0529C3D46234}" dt="2026-10-15T01:46:08.776" v="3813"/>
        <pc:sldMkLst>
          <pc:docMk/>
          <pc:sldMk cId="559755052" sldId="438"/>
        </pc:sldMkLst>
      </pc:sldChg>
      <pc:sldChg chg="addSp delSp modSp add mod">
        <pc:chgData name="Palazzolo, Justin J" userId="0857b357-fe53-4be7-beaf-e3dc29eff233" providerId="ADAL" clId="{2AA4013B-C086-4E30-A31A-0529C3D46234}" dt="2026-10-15T02:16:19.492" v="4462" actId="114"/>
        <pc:sldMkLst>
          <pc:docMk/>
          <pc:sldMk cId="1354082425" sldId="438"/>
        </pc:sldMkLst>
        <pc:spChg chg="mod">
          <ac:chgData name="Palazzolo, Justin J" userId="0857b357-fe53-4be7-beaf-e3dc29eff233" providerId="ADAL" clId="{2AA4013B-C086-4E30-A31A-0529C3D46234}" dt="2026-10-15T02:15:12.317" v="4254"/>
          <ac:spMkLst>
            <pc:docMk/>
            <pc:sldMk cId="1354082425" sldId="438"/>
            <ac:spMk id="2" creationId="{502B6098-6C6A-E24B-EF36-2786954A10F6}"/>
          </ac:spMkLst>
        </pc:spChg>
        <pc:spChg chg="add mod">
          <ac:chgData name="Palazzolo, Justin J" userId="0857b357-fe53-4be7-beaf-e3dc29eff233" providerId="ADAL" clId="{2AA4013B-C086-4E30-A31A-0529C3D46234}" dt="2026-10-15T01:57:43.937" v="4153" actId="115"/>
          <ac:spMkLst>
            <pc:docMk/>
            <pc:sldMk cId="1354082425" sldId="438"/>
            <ac:spMk id="5" creationId="{DA9F0B2A-75D9-920A-10E1-0A91D1624975}"/>
          </ac:spMkLst>
        </pc:spChg>
        <pc:spChg chg="add mod">
          <ac:chgData name="Palazzolo, Justin J" userId="0857b357-fe53-4be7-beaf-e3dc29eff233" providerId="ADAL" clId="{2AA4013B-C086-4E30-A31A-0529C3D46234}" dt="2026-10-15T02:06:33.033" v="4252" actId="1076"/>
          <ac:spMkLst>
            <pc:docMk/>
            <pc:sldMk cId="1354082425" sldId="438"/>
            <ac:spMk id="21" creationId="{91BB134D-704B-06C1-BB53-6A0286869D2B}"/>
          </ac:spMkLst>
        </pc:spChg>
        <pc:spChg chg="add del mod">
          <ac:chgData name="Palazzolo, Justin J" userId="0857b357-fe53-4be7-beaf-e3dc29eff233" providerId="ADAL" clId="{2AA4013B-C086-4E30-A31A-0529C3D46234}" dt="2026-10-15T02:06:23.676" v="4251"/>
          <ac:spMkLst>
            <pc:docMk/>
            <pc:sldMk cId="1354082425" sldId="438"/>
            <ac:spMk id="25" creationId="{ECBCC795-4FA7-C2CA-09F9-731509085A0E}"/>
          </ac:spMkLst>
        </pc:spChg>
        <pc:spChg chg="mod">
          <ac:chgData name="Palazzolo, Justin J" userId="0857b357-fe53-4be7-beaf-e3dc29eff233" providerId="ADAL" clId="{2AA4013B-C086-4E30-A31A-0529C3D46234}" dt="2026-10-15T02:16:19.492" v="4462" actId="114"/>
          <ac:spMkLst>
            <pc:docMk/>
            <pc:sldMk cId="1354082425" sldId="438"/>
            <ac:spMk id="28" creationId="{B23E7825-08F3-A996-EC59-112629234D56}"/>
          </ac:spMkLst>
        </pc:spChg>
        <pc:graphicFrameChg chg="mod">
          <ac:chgData name="Palazzolo, Justin J" userId="0857b357-fe53-4be7-beaf-e3dc29eff233" providerId="ADAL" clId="{2AA4013B-C086-4E30-A31A-0529C3D46234}" dt="2026-10-15T02:06:10.881" v="4229" actId="14100"/>
          <ac:graphicFrameMkLst>
            <pc:docMk/>
            <pc:sldMk cId="1354082425" sldId="438"/>
            <ac:graphicFrameMk id="29" creationId="{781C0FAD-9BB7-4B89-053B-9E44F4BEA921}"/>
          </ac:graphicFrameMkLst>
        </pc:graphicFrameChg>
      </pc:sldChg>
      <pc:sldMasterChg chg="add addSldLayout">
        <pc:chgData name="Palazzolo, Justin J" userId="0857b357-fe53-4be7-beaf-e3dc29eff233" providerId="ADAL" clId="{2AA4013B-C086-4E30-A31A-0529C3D46234}" dt="2026-10-12T23:51:53.795" v="2"/>
        <pc:sldMasterMkLst>
          <pc:docMk/>
          <pc:sldMasterMk cId="1046558944" sldId="2147483818"/>
        </pc:sldMasterMkLst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461487378" sldId="2147483795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6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7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8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9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0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1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2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3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4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5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6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7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8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9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0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1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2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3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4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5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6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Implied_PriceGb_RDCF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solidFill>
                <a:srgbClr val="E8962E"/>
              </a:solidFill>
            </c:spPr>
            <c:extLst>
              <c:ext xmlns:c16="http://schemas.microsoft.com/office/drawing/2014/chart" uri="{C3380CC4-5D6E-409C-BE32-E72D297353CC}">
                <c16:uniqueId val="{00000001-2D7D-4DEB-BFDA-F10398A1E6CD}"/>
              </c:ext>
            </c:extLst>
          </c:dPt>
          <c:dPt>
            <c:idx val="1"/>
            <c:invertIfNegative val="1"/>
            <c:bubble3D val="0"/>
            <c:spPr>
              <a:solidFill>
                <a:srgbClr val="F3C64B"/>
              </a:solidFill>
            </c:spPr>
            <c:extLst>
              <c:ext xmlns:c16="http://schemas.microsoft.com/office/drawing/2014/chart" uri="{C3380CC4-5D6E-409C-BE32-E72D297353CC}">
                <c16:uniqueId val="{00000003-2D7D-4DEB-BFDA-F10398A1E6CD}"/>
              </c:ext>
            </c:extLst>
          </c:dPt>
          <c:dPt>
            <c:idx val="2"/>
            <c:invertIfNegative val="1"/>
            <c:bubble3D val="0"/>
            <c:spPr>
              <a:solidFill>
                <a:srgbClr val="F3C64B"/>
              </a:solidFill>
            </c:spPr>
            <c:extLst>
              <c:ext xmlns:c16="http://schemas.microsoft.com/office/drawing/2014/chart" uri="{C3380CC4-5D6E-409C-BE32-E72D297353CC}">
                <c16:uniqueId val="{00000005-2D7D-4DEB-BFDA-F10398A1E6CD}"/>
              </c:ext>
            </c:extLst>
          </c:dPt>
          <c:dLbls>
            <c:numFmt formatCode="\(0.0%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latin typeface="Garamond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27E–29E CAGR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0.21299999999999999</c:v>
                </c:pt>
                <c:pt idx="1">
                  <c:v>0.182</c:v>
                </c:pt>
                <c:pt idx="2">
                  <c:v>0.123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7D-4DEB-BFDA-F10398A1E6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 b="1">
                <a:latin typeface="Garamond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NovaSeq6000_Share_Q2_26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solidFill>
                <a:srgbClr val="F3C64B"/>
              </a:solidFill>
            </c:spPr>
            <c:extLst>
              <c:ext xmlns:c16="http://schemas.microsoft.com/office/drawing/2014/chart" uri="{C3380CC4-5D6E-409C-BE32-E72D297353CC}">
                <c16:uniqueId val="{00000001-9C88-495F-AA9A-7351CCA89C61}"/>
              </c:ext>
            </c:extLst>
          </c:dPt>
          <c:dPt>
            <c:idx val="1"/>
            <c:invertIfNegative val="1"/>
            <c:bubble3D val="0"/>
            <c:spPr>
              <a:solidFill>
                <a:srgbClr val="E8962E"/>
              </a:solidFill>
            </c:spPr>
            <c:extLst>
              <c:ext xmlns:c16="http://schemas.microsoft.com/office/drawing/2014/chart" uri="{C3380CC4-5D6E-409C-BE32-E72D297353CC}">
                <c16:uniqueId val="{00000003-9C88-495F-AA9A-7351CCA89C6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latin typeface="Garamond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% of HT Gb</c:v>
                </c:pt>
                <c:pt idx="1">
                  <c:v>% of HT 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0.17</c:v>
                </c:pt>
                <c:pt idx="1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88-495F-AA9A-7351CCA89C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 b="1">
                <a:latin typeface="Garamond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6000 ÷ X revenue per Gb</c:v>
                </c:pt>
              </c:strCache>
            </c:strRef>
          </c:tx>
          <c:spPr>
            <a:ln w="28575">
              <a:solidFill>
                <a:srgbClr val="E8962E"/>
              </a:solidFill>
            </a:ln>
          </c:spPr>
          <c:marker>
            <c:symbol val="circle"/>
            <c:size val="5"/>
            <c:spPr>
              <a:solidFill>
                <a:srgbClr val="E8962E"/>
              </a:solidFill>
              <a:ln>
                <a:solidFill>
                  <a:srgbClr val="E8962E"/>
                </a:solidFill>
              </a:ln>
            </c:spPr>
          </c:marker>
          <c:dLbls>
            <c:numFmt formatCode="0.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Garamond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Q2'24</c:v>
                </c:pt>
                <c:pt idx="1">
                  <c:v>Q3'24</c:v>
                </c:pt>
                <c:pt idx="2">
                  <c:v>Q4'24</c:v>
                </c:pt>
                <c:pt idx="3">
                  <c:v>Q1'25</c:v>
                </c:pt>
                <c:pt idx="4">
                  <c:v>Q2'25</c:v>
                </c:pt>
                <c:pt idx="5">
                  <c:v>Q3'25</c:v>
                </c:pt>
                <c:pt idx="6">
                  <c:v>Q4'25</c:v>
                </c:pt>
                <c:pt idx="7">
                  <c:v>Q1'26</c:v>
                </c:pt>
                <c:pt idx="8">
                  <c:v>Q2'26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2.21</c:v>
                </c:pt>
                <c:pt idx="1">
                  <c:v>2.17</c:v>
                </c:pt>
                <c:pt idx="2">
                  <c:v>2.91</c:v>
                </c:pt>
                <c:pt idx="3">
                  <c:v>2.82</c:v>
                </c:pt>
                <c:pt idx="4">
                  <c:v>2.83</c:v>
                </c:pt>
                <c:pt idx="5">
                  <c:v>3.41</c:v>
                </c:pt>
                <c:pt idx="6">
                  <c:v>3.27</c:v>
                </c:pt>
                <c:pt idx="7">
                  <c:v>3.73</c:v>
                </c:pt>
                <c:pt idx="8">
                  <c:v>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64-446B-8808-59DC175998B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.3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FlowCell_Multiple_of_25B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solidFill>
                <a:srgbClr val="E8962E"/>
              </a:solidFill>
            </c:spPr>
            <c:extLst>
              <c:ext xmlns:c16="http://schemas.microsoft.com/office/drawing/2014/chart" uri="{C3380CC4-5D6E-409C-BE32-E72D297353CC}">
                <c16:uniqueId val="{00000001-4DEE-4776-8D73-F22468D9332F}"/>
              </c:ext>
            </c:extLst>
          </c:dPt>
          <c:dPt>
            <c:idx val="1"/>
            <c:invertIfNegative val="1"/>
            <c:bubble3D val="0"/>
            <c:spPr>
              <a:solidFill>
                <a:srgbClr val="E8962E"/>
              </a:solidFill>
            </c:spPr>
            <c:extLst>
              <c:ext xmlns:c16="http://schemas.microsoft.com/office/drawing/2014/chart" uri="{C3380CC4-5D6E-409C-BE32-E72D297353CC}">
                <c16:uniqueId val="{00000003-4DEE-4776-8D73-F22468D9332F}"/>
              </c:ext>
            </c:extLst>
          </c:dPt>
          <c:dPt>
            <c:idx val="2"/>
            <c:invertIfNegative val="1"/>
            <c:bubble3D val="0"/>
            <c:spPr>
              <a:solidFill>
                <a:srgbClr val="E8962E"/>
              </a:solidFill>
            </c:spPr>
            <c:extLst>
              <c:ext xmlns:c16="http://schemas.microsoft.com/office/drawing/2014/chart" uri="{C3380CC4-5D6E-409C-BE32-E72D297353CC}">
                <c16:uniqueId val="{00000005-4DEE-4776-8D73-F22468D9332F}"/>
              </c:ext>
            </c:extLst>
          </c:dPt>
          <c:dPt>
            <c:idx val="3"/>
            <c:invertIfNegative val="1"/>
            <c:bubble3D val="0"/>
            <c:spPr>
              <a:solidFill>
                <a:srgbClr val="E8962E"/>
              </a:solidFill>
            </c:spPr>
            <c:extLst>
              <c:ext xmlns:c16="http://schemas.microsoft.com/office/drawing/2014/chart" uri="{C3380CC4-5D6E-409C-BE32-E72D297353CC}">
                <c16:uniqueId val="{00000007-4DEE-4776-8D73-F22468D9332F}"/>
              </c:ext>
            </c:extLst>
          </c:dPt>
          <c:dPt>
            <c:idx val="4"/>
            <c:invertIfNegative val="1"/>
            <c:bubble3D val="0"/>
            <c:spPr>
              <a:solidFill>
                <a:srgbClr val="F3C64B"/>
              </a:solidFill>
            </c:spPr>
            <c:extLst>
              <c:ext xmlns:c16="http://schemas.microsoft.com/office/drawing/2014/chart" uri="{C3380CC4-5D6E-409C-BE32-E72D297353CC}">
                <c16:uniqueId val="{00000009-4DEE-4776-8D73-F22468D9332F}"/>
              </c:ext>
            </c:extLst>
          </c:dPt>
          <c:dPt>
            <c:idx val="5"/>
            <c:invertIfNegative val="1"/>
            <c:bubble3D val="0"/>
            <c:spPr>
              <a:solidFill>
                <a:srgbClr val="F3C64B"/>
              </a:solidFill>
            </c:spPr>
            <c:extLst>
              <c:ext xmlns:c16="http://schemas.microsoft.com/office/drawing/2014/chart" uri="{C3380CC4-5D6E-409C-BE32-E72D297353CC}">
                <c16:uniqueId val="{0000000B-4DEE-4776-8D73-F22468D9332F}"/>
              </c:ext>
            </c:extLst>
          </c:dPt>
          <c:dPt>
            <c:idx val="6"/>
            <c:invertIfNegative val="1"/>
            <c:bubble3D val="0"/>
            <c:spPr>
              <a:solidFill>
                <a:srgbClr val="F3C64B"/>
              </a:solidFill>
            </c:spPr>
            <c:extLst>
              <c:ext xmlns:c16="http://schemas.microsoft.com/office/drawing/2014/chart" uri="{C3380CC4-5D6E-409C-BE32-E72D297353CC}">
                <c16:uniqueId val="{0000000D-4DEE-4776-8D73-F22468D9332F}"/>
              </c:ext>
            </c:extLst>
          </c:dPt>
          <c:dLbls>
            <c:numFmt formatCode="0.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latin typeface="Garamond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SP</c:v>
                </c:pt>
                <c:pt idx="1">
                  <c:v>S1</c:v>
                </c:pt>
                <c:pt idx="2">
                  <c:v>S2</c:v>
                </c:pt>
                <c:pt idx="3">
                  <c:v>S4</c:v>
                </c:pt>
                <c:pt idx="4">
                  <c:v>1.5B</c:v>
                </c:pt>
                <c:pt idx="5">
                  <c:v>10B</c:v>
                </c:pt>
                <c:pt idx="6">
                  <c:v>25B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6.96</c:v>
                </c:pt>
                <c:pt idx="1">
                  <c:v>5.58</c:v>
                </c:pt>
                <c:pt idx="2">
                  <c:v>3.78</c:v>
                </c:pt>
                <c:pt idx="3">
                  <c:v>2.06</c:v>
                </c:pt>
                <c:pt idx="4">
                  <c:v>2.94</c:v>
                </c:pt>
                <c:pt idx="5">
                  <c:v>1.51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DEE-4776-8D73-F22468D933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50" b="1">
                <a:latin typeface="Garamond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.199999999999999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86209-5633-4A01-B1CE-8717304A5A9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9E5CA-E4C1-45B7-A21B-1D512A84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4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9E5CA-E4C1-45B7-A21B-1D512A8482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85CDF-52F4-2A75-4748-846CC7EF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B6DA65-0CE3-4079-873E-BDA5D3DE7BD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E6B6A-C052-29B2-AFD8-E61B6C9F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E3E9-605D-CA9F-A933-A55EAA3B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599346-C140-460E-BBE9-09DB56596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87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top_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dustry_top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dust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n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n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esi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esi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it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i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it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sk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sk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sk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alu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alu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A0F640-801F-5BEA-CD51-0F049BDB0A53}"/>
              </a:ext>
            </a:extLst>
          </p:cNvPr>
          <p:cNvSpPr/>
          <p:nvPr userDrawn="1"/>
        </p:nvSpPr>
        <p:spPr>
          <a:xfrm>
            <a:off x="-1179587" y="384909"/>
            <a:ext cx="982638" cy="1014697"/>
          </a:xfrm>
          <a:prstGeom prst="rect">
            <a:avLst/>
          </a:prstGeom>
          <a:solidFill>
            <a:srgbClr val="E896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CAAA40-F6AE-FBEA-DDFE-8C3A2A6739E6}"/>
              </a:ext>
            </a:extLst>
          </p:cNvPr>
          <p:cNvSpPr/>
          <p:nvPr userDrawn="1"/>
        </p:nvSpPr>
        <p:spPr>
          <a:xfrm>
            <a:off x="-1179587" y="1399606"/>
            <a:ext cx="982638" cy="1014697"/>
          </a:xfrm>
          <a:prstGeom prst="rect">
            <a:avLst/>
          </a:prstGeom>
          <a:solidFill>
            <a:srgbClr val="F3C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956AC9-B552-090D-253D-200287BF148E}"/>
              </a:ext>
            </a:extLst>
          </p:cNvPr>
          <p:cNvSpPr/>
          <p:nvPr userDrawn="1"/>
        </p:nvSpPr>
        <p:spPr>
          <a:xfrm>
            <a:off x="-1179587" y="2414303"/>
            <a:ext cx="982638" cy="1014697"/>
          </a:xfrm>
          <a:prstGeom prst="rect">
            <a:avLst/>
          </a:prstGeom>
          <a:solidFill>
            <a:srgbClr val="F9A3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E5E08-FC34-8683-0F8E-D619956A8DFF}"/>
              </a:ext>
            </a:extLst>
          </p:cNvPr>
          <p:cNvSpPr/>
          <p:nvPr userDrawn="1"/>
        </p:nvSpPr>
        <p:spPr>
          <a:xfrm>
            <a:off x="-1179587" y="3429000"/>
            <a:ext cx="982638" cy="101469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Palette Light Grey"/>
          <p:cNvSpPr/>
          <p:nvPr userDrawn="1"/>
        </p:nvSpPr>
        <p:spPr>
          <a:xfrm>
            <a:off x="-1179587" y="4443697"/>
            <a:ext cx="982638" cy="101469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4655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  <p:sldLayoutId id="2147483812" r:id="rId18"/>
    <p:sldLayoutId id="2147483813" r:id="rId19"/>
    <p:sldLayoutId id="2147483814" r:id="rId20"/>
    <p:sldLayoutId id="2147483815" r:id="rId21"/>
    <p:sldLayoutId id="2147483816" r:id="rId22"/>
    <p:sldLayoutId id="214748381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829F7F2-5B2D-1E45-ABBA-E5BA661C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1: The Last NovaSeq 6000 Users Are the Costliest to Convert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DFE3F992-679D-D489-CDF4-78F7B25B7F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Mgmt and the Street assume the price headwind fades, but the 6000 tail is small, high-priced and volume-inelastic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97E9CA23-E348-7020-2A5D-333F6D459F9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sz="800" i="1"/>
              <a:t>Source(s): Earnings Calls; Conference Transcripts; BB Equity Research; Expert Calls; Core Facility Rate Cards; Team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" y="905256"/>
            <a:ext cx="119329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9144" rtlCol="0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Garamond"/>
              </a:rPr>
              <a:t>Management and the Street Both Bake In a Fading Price Headwind… and Buyside Expectations Assume It Nearly Halves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1225296"/>
            <a:ext cx="2697480" cy="2231136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150" b="0" i="0">
                <a:solidFill>
                  <a:srgbClr val="000000"/>
                </a:solidFill>
                <a:latin typeface="Garamond"/>
              </a:rPr>
              <a:t>“we expect that the price effect of that transition would continue to reduce over time, </a:t>
            </a:r>
            <a:r>
              <a:rPr sz="1150" b="1" i="0" u="sng">
                <a:solidFill>
                  <a:srgbClr val="E8962E"/>
                </a:solidFill>
                <a:latin typeface="Garamond"/>
              </a:rPr>
              <a:t>should be a lesser impact than ’25</a:t>
            </a:r>
            <a:r>
              <a:rPr sz="1150" b="0" i="0">
                <a:solidFill>
                  <a:srgbClr val="000000"/>
                </a:solidFill>
                <a:latin typeface="Garamond"/>
              </a:rPr>
              <a:t>” – CFO, 1/26 JPM Conference</a:t>
            </a:r>
          </a:p>
          <a:p>
            <a:pPr algn="l"/>
            <a:r>
              <a:rPr sz="1150" b="0" i="0">
                <a:solidFill>
                  <a:srgbClr val="000000"/>
                </a:solidFill>
                <a:latin typeface="Garamond"/>
              </a:rPr>
              <a:t>“…transitioning more and more of the revenue on to the consumables business over to the X platform, </a:t>
            </a:r>
            <a:r>
              <a:rPr sz="1150" b="1" i="0" u="sng">
                <a:solidFill>
                  <a:srgbClr val="E8962E"/>
                </a:solidFill>
                <a:latin typeface="Garamond"/>
              </a:rPr>
              <a:t>the price headwind is getting behind us</a:t>
            </a:r>
            <a:r>
              <a:rPr sz="1150" b="0" i="0">
                <a:solidFill>
                  <a:srgbClr val="000000"/>
                </a:solidFill>
                <a:latin typeface="Garamond"/>
              </a:rPr>
              <a:t>” – CEO, Q1 2026 Earnings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1188720"/>
            <a:ext cx="2606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Buyside-Implied Annual Price/Gb Decline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44368" y="1353312"/>
            <a:ext cx="2606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(RDCF @ 30% Gb Growth)</a:t>
            </a:r>
          </a:p>
        </p:txBody>
      </p:sp>
      <p:graphicFrame>
        <p:nvGraphicFramePr>
          <p:cNvPr id="29" name="Implied_PriceGb_RDCF"/>
          <p:cNvGraphicFramePr>
            <a:graphicFrameLocks noGrp="1"/>
          </p:cNvGraphicFramePr>
          <p:nvPr/>
        </p:nvGraphicFramePr>
        <p:xfrm>
          <a:off x="2944368" y="1536192"/>
          <a:ext cx="26060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Rectangle 29"/>
          <p:cNvSpPr/>
          <p:nvPr/>
        </p:nvSpPr>
        <p:spPr>
          <a:xfrm>
            <a:off x="4537336" y="1659840"/>
            <a:ext cx="1069848" cy="329184"/>
          </a:xfrm>
          <a:prstGeom prst="rect">
            <a:avLst/>
          </a:prstGeom>
          <a:solidFill>
            <a:srgbClr val="F3C64B">
              <a:alpha val="30000"/>
            </a:srgbClr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200" b="1" i="0" dirty="0">
                <a:solidFill>
                  <a:srgbClr val="FF0000"/>
                </a:solidFill>
                <a:latin typeface="Garamond"/>
              </a:rPr>
              <a:t>~9pt</a:t>
            </a:r>
          </a:p>
          <a:p>
            <a:pPr algn="l"/>
            <a:r>
              <a:rPr sz="850" b="1" i="0" dirty="0">
                <a:solidFill>
                  <a:srgbClr val="000000"/>
                </a:solidFill>
                <a:latin typeface="Garamond"/>
              </a:rPr>
              <a:t>smaller annual cut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05272" y="1188720"/>
            <a:ext cx="2697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NovaSeq 6000 Share of HT Business (Q2'26)</a:t>
            </a:r>
          </a:p>
        </p:txBody>
      </p:sp>
      <p:graphicFrame>
        <p:nvGraphicFramePr>
          <p:cNvPr id="32" name="NovaSeq6000_Share_Q2_26"/>
          <p:cNvGraphicFramePr>
            <a:graphicFrameLocks noGrp="1"/>
          </p:cNvGraphicFramePr>
          <p:nvPr/>
        </p:nvGraphicFramePr>
        <p:xfrm>
          <a:off x="5605272" y="1335024"/>
          <a:ext cx="269748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5605272" y="2468880"/>
            <a:ext cx="2697480" cy="98755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“They have probably 10+ high-throughput Illumina sequencers…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The pricing that the Broad gets to negotiate is insane. I don't want to share those prices because they're utterly insane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, the discounts… 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they are heavily guided by competition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… They give the Broad some crazy pricing.” – Former AD at ILMN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1225296"/>
            <a:ext cx="3630168" cy="1225296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950" b="0" i="0">
                <a:solidFill>
                  <a:srgbClr val="000000"/>
                </a:solidFill>
                <a:latin typeface="Garamond"/>
              </a:rPr>
              <a:t>“All of the major CLIA labs are ILMN users and have transitioned (or are in the process of transitioning) testing to the NovaSeq X… </a:t>
            </a:r>
            <a:r>
              <a:rPr sz="950" b="1" i="0" u="sng">
                <a:solidFill>
                  <a:srgbClr val="E8962E"/>
                </a:solidFill>
                <a:latin typeface="Garamond"/>
              </a:rPr>
              <a:t>with the associated pricing headwinds largely gone exiting this year</a:t>
            </a:r>
            <a:r>
              <a:rPr sz="950" b="0" i="0">
                <a:solidFill>
                  <a:srgbClr val="000000"/>
                </a:solidFill>
                <a:latin typeface="Garamond"/>
              </a:rPr>
              <a:t> (recall, ILMN has consistently seen </a:t>
            </a:r>
            <a:r>
              <a:rPr sz="950" b="1" i="0">
                <a:solidFill>
                  <a:srgbClr val="000000"/>
                </a:solidFill>
                <a:latin typeface="Garamond"/>
              </a:rPr>
              <a:t>underlying consumables volume growth of ≥+30%</a:t>
            </a:r>
            <a:r>
              <a:rPr sz="950" b="0" i="0">
                <a:solidFill>
                  <a:srgbClr val="000000"/>
                </a:solidFill>
                <a:latin typeface="Garamond"/>
              </a:rPr>
              <a:t> using sequencing output in Gb as a proxy).” – JPM Analyst (Upgrade to OW)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551176"/>
            <a:ext cx="3630168" cy="905256"/>
          </a:xfrm>
          <a:prstGeom prst="rect">
            <a:avLst/>
          </a:prstGeom>
          <a:solidFill>
            <a:srgbClr val="3F4971">
              <a:alpha val="25097"/>
            </a:srgbClr>
          </a:solidFill>
          <a:ln w="9525">
            <a:solidFill>
              <a:srgbClr val="0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The buyside model needs the implied price/Gb decline to </a:t>
            </a:r>
            <a:r>
              <a:rPr sz="1000" b="1" i="0">
                <a:solidFill>
                  <a:srgbClr val="000000"/>
                </a:solidFill>
                <a:latin typeface="Garamond"/>
              </a:rPr>
              <a:t>narrow from (21.3%) to (12.3%) a year</a:t>
            </a:r>
            <a:r>
              <a:rPr sz="1000" b="0" i="0">
                <a:solidFill>
                  <a:srgbClr val="000000"/>
                </a:solidFill>
                <a:latin typeface="Garamond"/>
              </a:rPr>
              <a:t>, which only works if the </a:t>
            </a:r>
            <a:r>
              <a:rPr sz="1000" b="1" i="0">
                <a:solidFill>
                  <a:srgbClr val="000000"/>
                </a:solidFill>
                <a:latin typeface="Garamond"/>
              </a:rPr>
              <a:t>remaining 6000 volume converts without another large price step-down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" y="3520440"/>
            <a:ext cx="119329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9144" rtlCol="0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Garamond"/>
              </a:rPr>
              <a:t>…But the Remaining 6000 Tail Runs Small, High-Priced Flow Cells at Labs That Will Not Add Volume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" y="3813048"/>
            <a:ext cx="3840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6000 Revenue/Gb as a Multiple of NovaSeq X Revenue/Gb</a:t>
            </a:r>
          </a:p>
        </p:txBody>
      </p:sp>
      <p:graphicFrame>
        <p:nvGraphicFramePr>
          <p:cNvPr id="38" name="Ratio_6000_vs_X"/>
          <p:cNvGraphicFramePr>
            <a:graphicFrameLocks noGrp="1"/>
          </p:cNvGraphicFramePr>
          <p:nvPr/>
        </p:nvGraphicFramePr>
        <p:xfrm>
          <a:off x="137160" y="3986784"/>
          <a:ext cx="3840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9" name="Rectangle 38"/>
          <p:cNvSpPr/>
          <p:nvPr/>
        </p:nvSpPr>
        <p:spPr>
          <a:xfrm>
            <a:off x="228600" y="5852160"/>
            <a:ext cx="3657600" cy="603504"/>
          </a:xfrm>
          <a:prstGeom prst="rect">
            <a:avLst/>
          </a:prstGeom>
          <a:solidFill>
            <a:srgbClr val="3F4971">
              <a:alpha val="25097"/>
            </a:srgbClr>
          </a:solidFill>
          <a:ln w="9525">
            <a:solidFill>
              <a:srgbClr val="0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950" b="0" i="0">
                <a:solidFill>
                  <a:srgbClr val="000000"/>
                </a:solidFill>
                <a:latin typeface="Garamond"/>
              </a:rPr>
              <a:t>The 6000 now earns </a:t>
            </a:r>
            <a:r>
              <a:rPr sz="950" b="1" i="0">
                <a:solidFill>
                  <a:srgbClr val="FF0000"/>
                </a:solidFill>
                <a:latin typeface="Garamond"/>
              </a:rPr>
              <a:t>~3.4x</a:t>
            </a:r>
            <a:r>
              <a:rPr sz="950" b="0" i="0">
                <a:solidFill>
                  <a:srgbClr val="000000"/>
                </a:solidFill>
                <a:latin typeface="Garamond"/>
              </a:rPr>
              <a:t> the X per Gb, up from ~2.2x in 2024: </a:t>
            </a:r>
            <a:r>
              <a:rPr sz="950" b="1" i="0">
                <a:solidFill>
                  <a:srgbClr val="000000"/>
                </a:solidFill>
                <a:latin typeface="Garamond"/>
              </a:rPr>
              <a:t>the tail left behind is the most expensive end of the fleet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813048"/>
            <a:ext cx="3886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Core-Facility $/Gb as a Multiple of the NovaSeq X 25B (Same Cores)</a:t>
            </a:r>
          </a:p>
        </p:txBody>
      </p:sp>
      <p:graphicFrame>
        <p:nvGraphicFramePr>
          <p:cNvPr id="41" name="FlowCell_Multiple_of_25B"/>
          <p:cNvGraphicFramePr>
            <a:graphicFrameLocks noGrp="1"/>
          </p:cNvGraphicFramePr>
          <p:nvPr/>
        </p:nvGraphicFramePr>
        <p:xfrm>
          <a:off x="4114800" y="4023360"/>
          <a:ext cx="38862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2" name="Rectangle 41"/>
          <p:cNvSpPr/>
          <p:nvPr/>
        </p:nvSpPr>
        <p:spPr>
          <a:xfrm>
            <a:off x="4206240" y="5943600"/>
            <a:ext cx="21488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 i="0">
                <a:solidFill>
                  <a:srgbClr val="E8962E"/>
                </a:solidFill>
                <a:latin typeface="Garamond"/>
              </a:rPr>
              <a:t>NovaSeq 6000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943600"/>
            <a:ext cx="1554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 i="0">
                <a:solidFill>
                  <a:srgbClr val="BF8F00"/>
                </a:solidFill>
                <a:latin typeface="Garamond"/>
              </a:rPr>
              <a:t>NovaSeq 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51960" y="5943600"/>
            <a:ext cx="2057400" cy="0"/>
          </a:xfrm>
          <a:prstGeom prst="line">
            <a:avLst/>
          </a:prstGeom>
          <a:ln w="15875">
            <a:solidFill>
              <a:srgbClr val="E89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46520" y="5943600"/>
            <a:ext cx="1463040" cy="0"/>
          </a:xfrm>
          <a:prstGeom prst="line">
            <a:avLst/>
          </a:prstGeom>
          <a:ln w="15875">
            <a:solidFill>
              <a:srgbClr val="F3C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349240" y="4160520"/>
            <a:ext cx="2606040" cy="457200"/>
          </a:xfrm>
          <a:prstGeom prst="rect">
            <a:avLst/>
          </a:prstGeom>
          <a:solidFill>
            <a:srgbClr val="F3C64B">
              <a:alpha val="30000"/>
            </a:srgbClr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900" b="0" i="0">
                <a:solidFill>
                  <a:srgbClr val="000000"/>
                </a:solidFill>
                <a:latin typeface="Garamond"/>
              </a:rPr>
              <a:t>Moving an SP/S1/S2 user to the 25B is a </a:t>
            </a:r>
            <a:r>
              <a:rPr sz="1000" b="1" i="0">
                <a:solidFill>
                  <a:srgbClr val="FF0000"/>
                </a:solidFill>
                <a:latin typeface="Garamond"/>
              </a:rPr>
              <a:t>3.8x‑7.0x</a:t>
            </a:r>
            <a:r>
              <a:rPr sz="900" b="0" i="0">
                <a:solidFill>
                  <a:srgbClr val="000000"/>
                </a:solidFill>
                <a:latin typeface="Garamond"/>
              </a:rPr>
              <a:t> price cut per Gb vs. 2.1x for an S4 user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6153912"/>
            <a:ext cx="388620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750" b="0" i="1">
                <a:solidFill>
                  <a:srgbClr val="000000"/>
                </a:solidFill>
                <a:latin typeface="Garamond"/>
              </a:rPr>
              <a:t>Median same-core ratio of each flow cell's $/Gb to the 25B; internal 2x150 core rates, Oct 2026 (12, 10, 10, 13, 21 and 35 cores)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822191"/>
            <a:ext cx="3904487" cy="310896"/>
          </a:xfrm>
          <a:prstGeom prst="rect">
            <a:avLst/>
          </a:prstGeom>
          <a:solidFill>
            <a:srgbClr val="F3C64B">
              <a:alpha val="30000"/>
            </a:srgbClr>
          </a:solidFill>
          <a:ln w="19050">
            <a:solidFill>
              <a:srgbClr val="E89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50" b="1" i="0">
                <a:solidFill>
                  <a:srgbClr val="000000"/>
                </a:solidFill>
                <a:latin typeface="Garamond"/>
              </a:rPr>
              <a:t>These Smaller 6000 Customers Are Volume-Inelastic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4206240"/>
            <a:ext cx="3904487" cy="71323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They don't have the volume. It makes sense for them to stay under 6000.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 They have good reimbursements level… it doesn't make sense for them to make the investment to go over to the X… So that's a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smaller cohort of customers, at least volume-wise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 that is staying there.” – CEO, 11/25 Wolfe Conference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4983480"/>
            <a:ext cx="3904487" cy="71323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“the big discounts Illumina gives, they're going to the big customers…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could be paying half or even a quarter of what a relatively small CRO or core lab was paying per base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, even with the same instrument. You add in the lower throughput instrument, and 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it can go up easily five or tenfold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” – Former AD at ILMN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5760720"/>
            <a:ext cx="3904487" cy="71323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“with smaller companies,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if you don't have the full flow cell, you have to wait until an entire batch is ready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… one flow cell is just like 200 versus 100, but I got the result faster for a key deadline. 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People would actually pay double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 just to get that information.” – Former Bioinformatician at ILMN</a:t>
            </a:r>
          </a:p>
        </p:txBody>
      </p:sp>
    </p:spTree>
    <p:extLst>
      <p:ext uri="{BB962C8B-B14F-4D97-AF65-F5344CB8AC3E}">
        <p14:creationId xmlns:p14="http://schemas.microsoft.com/office/powerpoint/2010/main" val="22062109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 [1791849113486]">
  <a:themeElements>
    <a:clrScheme name="Illum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E8962E"/>
      </a:accent1>
      <a:accent2>
        <a:srgbClr val="F3C64B"/>
      </a:accent2>
      <a:accent3>
        <a:srgbClr val="F9A31E"/>
      </a:accent3>
      <a:accent4>
        <a:srgbClr val="666666"/>
      </a:accent4>
      <a:accent5>
        <a:srgbClr val="BFBFBF"/>
      </a:accent5>
      <a:accent6>
        <a:srgbClr val="404040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1E1491C-66FD-44DA-8F50-D643D0B961C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47c571c-c9a8-4d2e-add9-2ad1273397b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B087330-6F63-4290-A252-40EDDE48B02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f4125c1-d380-4c36-9a93-6e88289b541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3a5f09-9b16-4379-bb37-043a01b656e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D6CE5DCFBA045AEE6755703528A0A" ma:contentTypeVersion="9" ma:contentTypeDescription="Create a new document." ma:contentTypeScope="" ma:versionID="d6e13d590a8666f5d7ae7bd45346bee6">
  <xsd:schema xmlns:xsd="http://www.w3.org/2001/XMLSchema" xmlns:xs="http://www.w3.org/2001/XMLSchema" xmlns:p="http://schemas.microsoft.com/office/2006/metadata/properties" xmlns:ns3="db3a5f09-9b16-4379-bb37-043a01b656e0" targetNamespace="http://schemas.microsoft.com/office/2006/metadata/properties" ma:root="true" ma:fieldsID="6fa1de027a1426386fbb665f50ea425b" ns3:_="">
    <xsd:import namespace="db3a5f09-9b16-4379-bb37-043a01b656e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a5f09-9b16-4379-bb37-043a01b656e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B22368-DC75-46AA-B3F0-F0FE0F313E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3F4703-53DE-48A3-BDC9-3D0634BB3F30}">
  <ds:schemaRefs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db3a5f09-9b16-4379-bb37-043a01b656e0"/>
  </ds:schemaRefs>
</ds:datastoreItem>
</file>

<file path=customXml/itemProps3.xml><?xml version="1.0" encoding="utf-8"?>
<ds:datastoreItem xmlns:ds="http://schemas.openxmlformats.org/officeDocument/2006/customXml" ds:itemID="{2E85F6A7-1BA4-4ECC-904C-89273461BE09}">
  <ds:schemaRefs>
    <ds:schemaRef ds:uri="db3a5f09-9b16-4379-bb37-043a01b656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</TotalTime>
  <Words>671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Garamond</vt:lpstr>
      <vt:lpstr>Custom Design [1791849113486]</vt:lpstr>
      <vt:lpstr>Thesis 1: The Last NovaSeq 6000 Users Are the Costliest to Convert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White, Jackson H</dc:creator>
  <cp:lastModifiedBy>Palazzolo, Justin J</cp:lastModifiedBy>
  <cp:revision>4</cp:revision>
  <dcterms:created xsi:type="dcterms:W3CDTF">2026-06-14T02:05:01Z</dcterms:created>
  <dcterms:modified xsi:type="dcterms:W3CDTF">2026-10-15T03:24:10Z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0x0101005FBD6CE5DCFBA045AEE6755703528A0A</vt:lpwstr>
  </property>
</Properties>
</file>